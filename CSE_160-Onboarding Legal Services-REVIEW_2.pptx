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69" r:id="rId4"/>
    <p:sldId id="273" r:id="rId5"/>
    <p:sldId id="268" r:id="rId6"/>
    <p:sldId id="272" r:id="rId7"/>
    <p:sldId id="271" r:id="rId8"/>
    <p:sldId id="270" r:id="rId9"/>
    <p:sldId id="265" r:id="rId10"/>
    <p:sldId id="275" r:id="rId11"/>
    <p:sldId id="276" r:id="rId12"/>
    <p:sldId id="278" r:id="rId13"/>
    <p:sldId id="280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58BAD4-0342-4435-888A-B4E2B9A7B2A6}" v="3" dt="2025-09-23T14:34:17.286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4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nu Vardhan" userId="8ee1bec7bfba7813" providerId="LiveId" clId="{BEF55DDD-99E7-4E3C-880B-1717E8E5286C}"/>
    <pc:docChg chg="undo custSel addSld delSld modSld">
      <pc:chgData name="Vishnu Vardhan" userId="8ee1bec7bfba7813" providerId="LiveId" clId="{BEF55DDD-99E7-4E3C-880B-1717E8E5286C}" dt="2025-09-23T14:34:24.039" v="782" actId="120"/>
      <pc:docMkLst>
        <pc:docMk/>
      </pc:docMkLst>
      <pc:sldChg chg="modSp mod">
        <pc:chgData name="Vishnu Vardhan" userId="8ee1bec7bfba7813" providerId="LiveId" clId="{BEF55DDD-99E7-4E3C-880B-1717E8E5286C}" dt="2025-09-23T14:34:24.039" v="782" actId="120"/>
        <pc:sldMkLst>
          <pc:docMk/>
          <pc:sldMk cId="0" sldId="256"/>
        </pc:sldMkLst>
        <pc:spChg chg="mod">
          <ac:chgData name="Vishnu Vardhan" userId="8ee1bec7bfba7813" providerId="LiveId" clId="{BEF55DDD-99E7-4E3C-880B-1717E8E5286C}" dt="2025-09-09T05:00:54.599" v="349" actId="2711"/>
          <ac:spMkLst>
            <pc:docMk/>
            <pc:sldMk cId="0" sldId="256"/>
            <ac:spMk id="8" creationId="{00000000-0000-0000-0000-000000000000}"/>
          </ac:spMkLst>
        </pc:spChg>
        <pc:spChg chg="mod">
          <ac:chgData name="Vishnu Vardhan" userId="8ee1bec7bfba7813" providerId="LiveId" clId="{BEF55DDD-99E7-4E3C-880B-1717E8E5286C}" dt="2025-09-09T05:00:25.112" v="347" actId="2711"/>
          <ac:spMkLst>
            <pc:docMk/>
            <pc:sldMk cId="0" sldId="256"/>
            <ac:spMk id="87" creationId="{00000000-0000-0000-0000-000000000000}"/>
          </ac:spMkLst>
        </pc:spChg>
        <pc:spChg chg="mod">
          <ac:chgData name="Vishnu Vardhan" userId="8ee1bec7bfba7813" providerId="LiveId" clId="{BEF55DDD-99E7-4E3C-880B-1717E8E5286C}" dt="2025-09-09T05:00:35.999" v="348" actId="2711"/>
          <ac:spMkLst>
            <pc:docMk/>
            <pc:sldMk cId="0" sldId="256"/>
            <ac:spMk id="88" creationId="{00000000-0000-0000-0000-000000000000}"/>
          </ac:spMkLst>
        </pc:spChg>
        <pc:spChg chg="mod">
          <ac:chgData name="Vishnu Vardhan" userId="8ee1bec7bfba7813" providerId="LiveId" clId="{BEF55DDD-99E7-4E3C-880B-1717E8E5286C}" dt="2025-09-23T14:34:24.039" v="782" actId="120"/>
          <ac:spMkLst>
            <pc:docMk/>
            <pc:sldMk cId="0" sldId="256"/>
            <ac:spMk id="90" creationId="{00000000-0000-0000-0000-000000000000}"/>
          </ac:spMkLst>
        </pc:spChg>
        <pc:spChg chg="mod">
          <ac:chgData name="Vishnu Vardhan" userId="8ee1bec7bfba7813" providerId="LiveId" clId="{BEF55DDD-99E7-4E3C-880B-1717E8E5286C}" dt="2025-09-23T14:33:37.196" v="770" actId="20577"/>
          <ac:spMkLst>
            <pc:docMk/>
            <pc:sldMk cId="0" sldId="256"/>
            <ac:spMk id="91" creationId="{00000000-0000-0000-0000-000000000000}"/>
          </ac:spMkLst>
        </pc:spChg>
        <pc:graphicFrameChg chg="mod modGraphic">
          <ac:chgData name="Vishnu Vardhan" userId="8ee1bec7bfba7813" providerId="LiveId" clId="{BEF55DDD-99E7-4E3C-880B-1717E8E5286C}" dt="2025-09-09T05:02:17.071" v="359" actId="2711"/>
          <ac:graphicFrameMkLst>
            <pc:docMk/>
            <pc:sldMk cId="0" sldId="256"/>
            <ac:graphicFrameMk id="89" creationId="{00000000-0000-0000-0000-000000000000}"/>
          </ac:graphicFrameMkLst>
        </pc:graphicFrameChg>
      </pc:sldChg>
      <pc:sldChg chg="modSp mod">
        <pc:chgData name="Vishnu Vardhan" userId="8ee1bec7bfba7813" providerId="LiveId" clId="{BEF55DDD-99E7-4E3C-880B-1717E8E5286C}" dt="2025-09-09T05:40:03.899" v="673" actId="20577"/>
        <pc:sldMkLst>
          <pc:docMk/>
          <pc:sldMk cId="0" sldId="257"/>
        </pc:sldMkLst>
        <pc:spChg chg="mod">
          <ac:chgData name="Vishnu Vardhan" userId="8ee1bec7bfba7813" providerId="LiveId" clId="{BEF55DDD-99E7-4E3C-880B-1717E8E5286C}" dt="2025-09-09T04:59:50.262" v="344" actId="2711"/>
          <ac:spMkLst>
            <pc:docMk/>
            <pc:sldMk cId="0" sldId="257"/>
            <ac:spMk id="96" creationId="{00000000-0000-0000-0000-000000000000}"/>
          </ac:spMkLst>
        </pc:spChg>
        <pc:spChg chg="mod">
          <ac:chgData name="Vishnu Vardhan" userId="8ee1bec7bfba7813" providerId="LiveId" clId="{BEF55DDD-99E7-4E3C-880B-1717E8E5286C}" dt="2025-09-09T05:40:03.899" v="673" actId="20577"/>
          <ac:spMkLst>
            <pc:docMk/>
            <pc:sldMk cId="0" sldId="257"/>
            <ac:spMk id="97" creationId="{00000000-0000-0000-0000-000000000000}"/>
          </ac:spMkLst>
        </pc:spChg>
      </pc:sldChg>
      <pc:sldChg chg="modSp mod">
        <pc:chgData name="Vishnu Vardhan" userId="8ee1bec7bfba7813" providerId="LiveId" clId="{BEF55DDD-99E7-4E3C-880B-1717E8E5286C}" dt="2025-09-09T05:37:54.412" v="670" actId="2711"/>
        <pc:sldMkLst>
          <pc:docMk/>
          <pc:sldMk cId="0" sldId="265"/>
        </pc:sldMkLst>
        <pc:spChg chg="mod">
          <ac:chgData name="Vishnu Vardhan" userId="8ee1bec7bfba7813" providerId="LiveId" clId="{BEF55DDD-99E7-4E3C-880B-1717E8E5286C}" dt="2025-09-09T05:37:54.412" v="670" actId="2711"/>
          <ac:spMkLst>
            <pc:docMk/>
            <pc:sldMk cId="0" sldId="265"/>
            <ac:spMk id="144" creationId="{00000000-0000-0000-0000-000000000000}"/>
          </ac:spMkLst>
        </pc:spChg>
        <pc:spChg chg="mod">
          <ac:chgData name="Vishnu Vardhan" userId="8ee1bec7bfba7813" providerId="LiveId" clId="{BEF55DDD-99E7-4E3C-880B-1717E8E5286C}" dt="2025-09-09T05:37:47.384" v="669" actId="20577"/>
          <ac:spMkLst>
            <pc:docMk/>
            <pc:sldMk cId="0" sldId="265"/>
            <ac:spMk id="145" creationId="{00000000-0000-0000-0000-000000000000}"/>
          </ac:spMkLst>
        </pc:spChg>
      </pc:sldChg>
      <pc:sldChg chg="modSp mod">
        <pc:chgData name="Vishnu Vardhan" userId="8ee1bec7bfba7813" providerId="LiveId" clId="{BEF55DDD-99E7-4E3C-880B-1717E8E5286C}" dt="2025-09-09T04:58:58.102" v="339" actId="2711"/>
        <pc:sldMkLst>
          <pc:docMk/>
          <pc:sldMk cId="2856357337" sldId="268"/>
        </pc:sldMkLst>
        <pc:spChg chg="mod">
          <ac:chgData name="Vishnu Vardhan" userId="8ee1bec7bfba7813" providerId="LiveId" clId="{BEF55DDD-99E7-4E3C-880B-1717E8E5286C}" dt="2025-09-09T04:58:30.407" v="338" actId="120"/>
          <ac:spMkLst>
            <pc:docMk/>
            <pc:sldMk cId="2856357337" sldId="268"/>
            <ac:spMk id="5" creationId="{00000000-0000-0000-0000-000000000000}"/>
          </ac:spMkLst>
        </pc:spChg>
        <pc:spChg chg="mod">
          <ac:chgData name="Vishnu Vardhan" userId="8ee1bec7bfba7813" providerId="LiveId" clId="{BEF55DDD-99E7-4E3C-880B-1717E8E5286C}" dt="2025-09-09T04:58:58.102" v="339" actId="2711"/>
          <ac:spMkLst>
            <pc:docMk/>
            <pc:sldMk cId="2856357337" sldId="268"/>
            <ac:spMk id="114" creationId="{00000000-0000-0000-0000-000000000000}"/>
          </ac:spMkLst>
        </pc:spChg>
      </pc:sldChg>
      <pc:sldChg chg="modSp mod">
        <pc:chgData name="Vishnu Vardhan" userId="8ee1bec7bfba7813" providerId="LiveId" clId="{BEF55DDD-99E7-4E3C-880B-1717E8E5286C}" dt="2025-09-09T04:59:37.778" v="343" actId="255"/>
        <pc:sldMkLst>
          <pc:docMk/>
          <pc:sldMk cId="2143451837" sldId="269"/>
        </pc:sldMkLst>
        <pc:spChg chg="mod">
          <ac:chgData name="Vishnu Vardhan" userId="8ee1bec7bfba7813" providerId="LiveId" clId="{BEF55DDD-99E7-4E3C-880B-1717E8E5286C}" dt="2025-09-09T04:59:20.811" v="341" actId="2711"/>
          <ac:spMkLst>
            <pc:docMk/>
            <pc:sldMk cId="2143451837" sldId="269"/>
            <ac:spMk id="96" creationId="{00000000-0000-0000-0000-000000000000}"/>
          </ac:spMkLst>
        </pc:spChg>
        <pc:spChg chg="mod">
          <ac:chgData name="Vishnu Vardhan" userId="8ee1bec7bfba7813" providerId="LiveId" clId="{BEF55DDD-99E7-4E3C-880B-1717E8E5286C}" dt="2025-09-09T04:59:37.778" v="343" actId="255"/>
          <ac:spMkLst>
            <pc:docMk/>
            <pc:sldMk cId="2143451837" sldId="269"/>
            <ac:spMk id="97" creationId="{00000000-0000-0000-0000-000000000000}"/>
          </ac:spMkLst>
        </pc:spChg>
      </pc:sldChg>
      <pc:sldChg chg="addSp delSp modSp mod">
        <pc:chgData name="Vishnu Vardhan" userId="8ee1bec7bfba7813" providerId="LiveId" clId="{BEF55DDD-99E7-4E3C-880B-1717E8E5286C}" dt="2025-09-09T05:31:54.806" v="487" actId="1076"/>
        <pc:sldMkLst>
          <pc:docMk/>
          <pc:sldMk cId="479890276" sldId="270"/>
        </pc:sldMkLst>
        <pc:spChg chg="mod">
          <ac:chgData name="Vishnu Vardhan" userId="8ee1bec7bfba7813" providerId="LiveId" clId="{BEF55DDD-99E7-4E3C-880B-1717E8E5286C}" dt="2025-09-09T05:31:09.141" v="481" actId="2711"/>
          <ac:spMkLst>
            <pc:docMk/>
            <pc:sldMk cId="479890276" sldId="270"/>
            <ac:spMk id="114" creationId="{00000000-0000-0000-0000-000000000000}"/>
          </ac:spMkLst>
        </pc:spChg>
        <pc:picChg chg="add mod">
          <ac:chgData name="Vishnu Vardhan" userId="8ee1bec7bfba7813" providerId="LiveId" clId="{BEF55DDD-99E7-4E3C-880B-1717E8E5286C}" dt="2025-09-09T05:31:54.806" v="487" actId="1076"/>
          <ac:picMkLst>
            <pc:docMk/>
            <pc:sldMk cId="479890276" sldId="270"/>
            <ac:picMk id="4" creationId="{BEA21F14-5158-127B-5CB6-24AC081F5207}"/>
          </ac:picMkLst>
        </pc:picChg>
      </pc:sldChg>
      <pc:sldChg chg="modSp mod">
        <pc:chgData name="Vishnu Vardhan" userId="8ee1bec7bfba7813" providerId="LiveId" clId="{BEF55DDD-99E7-4E3C-880B-1717E8E5286C}" dt="2025-09-09T05:11:51.445" v="447" actId="14100"/>
        <pc:sldMkLst>
          <pc:docMk/>
          <pc:sldMk cId="2000455742" sldId="271"/>
        </pc:sldMkLst>
        <pc:spChg chg="mod">
          <ac:chgData name="Vishnu Vardhan" userId="8ee1bec7bfba7813" providerId="LiveId" clId="{BEF55DDD-99E7-4E3C-880B-1717E8E5286C}" dt="2025-09-09T05:11:42.848" v="446" actId="14100"/>
          <ac:spMkLst>
            <pc:docMk/>
            <pc:sldMk cId="2000455742" sldId="271"/>
            <ac:spMk id="114" creationId="{00000000-0000-0000-0000-000000000000}"/>
          </ac:spMkLst>
        </pc:spChg>
        <pc:spChg chg="mod">
          <ac:chgData name="Vishnu Vardhan" userId="8ee1bec7bfba7813" providerId="LiveId" clId="{BEF55DDD-99E7-4E3C-880B-1717E8E5286C}" dt="2025-09-09T05:11:51.445" v="447" actId="14100"/>
          <ac:spMkLst>
            <pc:docMk/>
            <pc:sldMk cId="2000455742" sldId="271"/>
            <ac:spMk id="115" creationId="{00000000-0000-0000-0000-000000000000}"/>
          </ac:spMkLst>
        </pc:spChg>
      </pc:sldChg>
      <pc:sldChg chg="modSp mod">
        <pc:chgData name="Vishnu Vardhan" userId="8ee1bec7bfba7813" providerId="LiveId" clId="{BEF55DDD-99E7-4E3C-880B-1717E8E5286C}" dt="2025-09-09T05:03:50.725" v="370" actId="2711"/>
        <pc:sldMkLst>
          <pc:docMk/>
          <pc:sldMk cId="3338832548" sldId="272"/>
        </pc:sldMkLst>
        <pc:spChg chg="mod">
          <ac:chgData name="Vishnu Vardhan" userId="8ee1bec7bfba7813" providerId="LiveId" clId="{BEF55DDD-99E7-4E3C-880B-1717E8E5286C}" dt="2025-09-09T05:03:37.674" v="368" actId="2711"/>
          <ac:spMkLst>
            <pc:docMk/>
            <pc:sldMk cId="3338832548" sldId="272"/>
            <ac:spMk id="114" creationId="{00000000-0000-0000-0000-000000000000}"/>
          </ac:spMkLst>
        </pc:spChg>
        <pc:spChg chg="mod">
          <ac:chgData name="Vishnu Vardhan" userId="8ee1bec7bfba7813" providerId="LiveId" clId="{BEF55DDD-99E7-4E3C-880B-1717E8E5286C}" dt="2025-09-09T05:03:50.725" v="370" actId="2711"/>
          <ac:spMkLst>
            <pc:docMk/>
            <pc:sldMk cId="3338832548" sldId="272"/>
            <ac:spMk id="115" creationId="{00000000-0000-0000-0000-000000000000}"/>
          </ac:spMkLst>
        </pc:spChg>
      </pc:sldChg>
      <pc:sldChg chg="modSp mod">
        <pc:chgData name="Vishnu Vardhan" userId="8ee1bec7bfba7813" providerId="LiveId" clId="{BEF55DDD-99E7-4E3C-880B-1717E8E5286C}" dt="2025-09-09T04:59:12.399" v="340" actId="2711"/>
        <pc:sldMkLst>
          <pc:docMk/>
          <pc:sldMk cId="1030816154" sldId="273"/>
        </pc:sldMkLst>
        <pc:spChg chg="mod">
          <ac:chgData name="Vishnu Vardhan" userId="8ee1bec7bfba7813" providerId="LiveId" clId="{BEF55DDD-99E7-4E3C-880B-1717E8E5286C}" dt="2025-09-09T04:59:12.399" v="340" actId="2711"/>
          <ac:spMkLst>
            <pc:docMk/>
            <pc:sldMk cId="1030816154" sldId="273"/>
            <ac:spMk id="114" creationId="{00000000-0000-0000-0000-000000000000}"/>
          </ac:spMkLst>
        </pc:spChg>
        <pc:spChg chg="mod">
          <ac:chgData name="Vishnu Vardhan" userId="8ee1bec7bfba7813" providerId="LiveId" clId="{BEF55DDD-99E7-4E3C-880B-1717E8E5286C}" dt="2025-09-09T04:56:20.092" v="325" actId="255"/>
          <ac:spMkLst>
            <pc:docMk/>
            <pc:sldMk cId="1030816154" sldId="273"/>
            <ac:spMk id="115" creationId="{00000000-0000-0000-0000-000000000000}"/>
          </ac:spMkLst>
        </pc:spChg>
      </pc:sldChg>
      <pc:sldChg chg="modSp mod">
        <pc:chgData name="Vishnu Vardhan" userId="8ee1bec7bfba7813" providerId="LiveId" clId="{BEF55DDD-99E7-4E3C-880B-1717E8E5286C}" dt="2025-09-09T05:30:54.595" v="480" actId="2711"/>
        <pc:sldMkLst>
          <pc:docMk/>
          <pc:sldMk cId="282803207" sldId="275"/>
        </pc:sldMkLst>
        <pc:spChg chg="mod">
          <ac:chgData name="Vishnu Vardhan" userId="8ee1bec7bfba7813" providerId="LiveId" clId="{BEF55DDD-99E7-4E3C-880B-1717E8E5286C}" dt="2025-09-09T05:30:54.595" v="480" actId="2711"/>
          <ac:spMkLst>
            <pc:docMk/>
            <pc:sldMk cId="282803207" sldId="275"/>
            <ac:spMk id="2" creationId="{7FAC293B-831B-8CC3-D881-84AFB0DF7140}"/>
          </ac:spMkLst>
        </pc:spChg>
        <pc:spChg chg="mod">
          <ac:chgData name="Vishnu Vardhan" userId="8ee1bec7bfba7813" providerId="LiveId" clId="{BEF55DDD-99E7-4E3C-880B-1717E8E5286C}" dt="2025-09-09T05:30:36.776" v="479" actId="20577"/>
          <ac:spMkLst>
            <pc:docMk/>
            <pc:sldMk cId="282803207" sldId="275"/>
            <ac:spMk id="3" creationId="{09601489-9BF4-9780-4CF4-F9A06B12507B}"/>
          </ac:spMkLst>
        </pc:spChg>
      </pc:sldChg>
      <pc:sldChg chg="addSp delSp modSp mod">
        <pc:chgData name="Vishnu Vardhan" userId="8ee1bec7bfba7813" providerId="LiveId" clId="{BEF55DDD-99E7-4E3C-880B-1717E8E5286C}" dt="2025-09-09T05:52:17.688" v="768" actId="14100"/>
        <pc:sldMkLst>
          <pc:docMk/>
          <pc:sldMk cId="1425500932" sldId="276"/>
        </pc:sldMkLst>
        <pc:spChg chg="mod">
          <ac:chgData name="Vishnu Vardhan" userId="8ee1bec7bfba7813" providerId="LiveId" clId="{BEF55DDD-99E7-4E3C-880B-1717E8E5286C}" dt="2025-09-09T05:45:11.722" v="689" actId="2711"/>
          <ac:spMkLst>
            <pc:docMk/>
            <pc:sldMk cId="1425500932" sldId="276"/>
            <ac:spMk id="2" creationId="{EA5A1830-9627-1487-A166-456852DFCBCC}"/>
          </ac:spMkLst>
        </pc:spChg>
        <pc:spChg chg="mod">
          <ac:chgData name="Vishnu Vardhan" userId="8ee1bec7bfba7813" providerId="LiveId" clId="{BEF55DDD-99E7-4E3C-880B-1717E8E5286C}" dt="2025-09-09T05:52:17.688" v="768" actId="14100"/>
          <ac:spMkLst>
            <pc:docMk/>
            <pc:sldMk cId="1425500932" sldId="276"/>
            <ac:spMk id="3" creationId="{15A39DD4-1E03-1EEC-588D-E557FBC85FF6}"/>
          </ac:spMkLst>
        </pc:spChg>
        <pc:picChg chg="add mod">
          <ac:chgData name="Vishnu Vardhan" userId="8ee1bec7bfba7813" providerId="LiveId" clId="{BEF55DDD-99E7-4E3C-880B-1717E8E5286C}" dt="2025-09-09T05:44:51.849" v="688" actId="1076"/>
          <ac:picMkLst>
            <pc:docMk/>
            <pc:sldMk cId="1425500932" sldId="276"/>
            <ac:picMk id="8" creationId="{4E891BFE-56B1-6455-0777-369D227C9AF0}"/>
          </ac:picMkLst>
        </pc:picChg>
      </pc:sldChg>
      <pc:sldChg chg="del">
        <pc:chgData name="Vishnu Vardhan" userId="8ee1bec7bfba7813" providerId="LiveId" clId="{BEF55DDD-99E7-4E3C-880B-1717E8E5286C}" dt="2025-09-09T05:39:55.764" v="672" actId="2696"/>
        <pc:sldMkLst>
          <pc:docMk/>
          <pc:sldMk cId="49111919" sldId="277"/>
        </pc:sldMkLst>
      </pc:sldChg>
      <pc:sldChg chg="modSp mod">
        <pc:chgData name="Vishnu Vardhan" userId="8ee1bec7bfba7813" providerId="LiveId" clId="{BEF55DDD-99E7-4E3C-880B-1717E8E5286C}" dt="2025-09-09T05:50:56.874" v="761" actId="27636"/>
        <pc:sldMkLst>
          <pc:docMk/>
          <pc:sldMk cId="3261624139" sldId="278"/>
        </pc:sldMkLst>
        <pc:spChg chg="mod">
          <ac:chgData name="Vishnu Vardhan" userId="8ee1bec7bfba7813" providerId="LiveId" clId="{BEF55DDD-99E7-4E3C-880B-1717E8E5286C}" dt="2025-09-09T05:45:38.821" v="690" actId="2711"/>
          <ac:spMkLst>
            <pc:docMk/>
            <pc:sldMk cId="3261624139" sldId="278"/>
            <ac:spMk id="2" creationId="{B8088581-8481-6E8B-E8FF-8FAB28ADDCBA}"/>
          </ac:spMkLst>
        </pc:spChg>
        <pc:spChg chg="mod">
          <ac:chgData name="Vishnu Vardhan" userId="8ee1bec7bfba7813" providerId="LiveId" clId="{BEF55DDD-99E7-4E3C-880B-1717E8E5286C}" dt="2025-09-09T05:50:56.874" v="761" actId="27636"/>
          <ac:spMkLst>
            <pc:docMk/>
            <pc:sldMk cId="3261624139" sldId="278"/>
            <ac:spMk id="3" creationId="{850D771E-F13B-F105-D9E1-00BD4D3E79DD}"/>
          </ac:spMkLst>
        </pc:spChg>
      </pc:sldChg>
      <pc:sldChg chg="modSp del mod">
        <pc:chgData name="Vishnu Vardhan" userId="8ee1bec7bfba7813" providerId="LiveId" clId="{BEF55DDD-99E7-4E3C-880B-1717E8E5286C}" dt="2025-09-09T05:46:48.261" v="696" actId="2696"/>
        <pc:sldMkLst>
          <pc:docMk/>
          <pc:sldMk cId="138213796" sldId="279"/>
        </pc:sldMkLst>
      </pc:sldChg>
      <pc:sldChg chg="modSp add mod">
        <pc:chgData name="Vishnu Vardhan" userId="8ee1bec7bfba7813" providerId="LiveId" clId="{BEF55DDD-99E7-4E3C-880B-1717E8E5286C}" dt="2025-09-09T05:51:19.501" v="763" actId="20577"/>
        <pc:sldMkLst>
          <pc:docMk/>
          <pc:sldMk cId="1340119833" sldId="280"/>
        </pc:sldMkLst>
        <pc:spChg chg="mod">
          <ac:chgData name="Vishnu Vardhan" userId="8ee1bec7bfba7813" providerId="LiveId" clId="{BEF55DDD-99E7-4E3C-880B-1717E8E5286C}" dt="2025-09-09T05:49:42.460" v="750" actId="2711"/>
          <ac:spMkLst>
            <pc:docMk/>
            <pc:sldMk cId="1340119833" sldId="280"/>
            <ac:spMk id="2" creationId="{98A33E7B-5F0F-6913-329E-A0B82DC2D6D2}"/>
          </ac:spMkLst>
        </pc:spChg>
        <pc:spChg chg="mod">
          <ac:chgData name="Vishnu Vardhan" userId="8ee1bec7bfba7813" providerId="LiveId" clId="{BEF55DDD-99E7-4E3C-880B-1717E8E5286C}" dt="2025-09-09T05:51:19.501" v="763" actId="20577"/>
          <ac:spMkLst>
            <pc:docMk/>
            <pc:sldMk cId="1340119833" sldId="280"/>
            <ac:spMk id="3" creationId="{E506CDC8-73D3-7B0E-E404-5A08B9FF9BFD}"/>
          </ac:spMkLst>
        </pc:spChg>
      </pc:sldChg>
      <pc:sldChg chg="del">
        <pc:chgData name="Vishnu Vardhan" userId="8ee1bec7bfba7813" providerId="LiveId" clId="{BEF55DDD-99E7-4E3C-880B-1717E8E5286C}" dt="2025-09-09T05:46:51.139" v="697" actId="2696"/>
        <pc:sldMkLst>
          <pc:docMk/>
          <pc:sldMk cId="2509841984" sldId="280"/>
        </pc:sldMkLst>
      </pc:sldChg>
      <pc:sldChg chg="new del">
        <pc:chgData name="Vishnu Vardhan" userId="8ee1bec7bfba7813" providerId="LiveId" clId="{BEF55DDD-99E7-4E3C-880B-1717E8E5286C}" dt="2025-09-09T05:51:27.467" v="764" actId="2696"/>
        <pc:sldMkLst>
          <pc:docMk/>
          <pc:sldMk cId="3512584539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jarsct.co.in/Paper25646.pd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jetir.org/view?paper=JETIR2406832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akshindia.org/Technology-and-Analytics-for-Law-and-Justice/part21.xhtml" TargetMode="External"/><Relationship Id="rId3" Type="http://schemas.openxmlformats.org/officeDocument/2006/relationships/hyperlink" Target="https://itexus.com/legal-marketplace-development-guide/" TargetMode="External"/><Relationship Id="rId7" Type="http://schemas.openxmlformats.org/officeDocument/2006/relationships/hyperlink" Target="https://iciset.in/Paper2723.pdf" TargetMode="External"/><Relationship Id="rId2" Type="http://schemas.openxmlformats.org/officeDocument/2006/relationships/hyperlink" Target="https://www.sharetribe.com/create/how-to-build-marketplace-for-legal-service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onlinelegalindia.com/blogs/odr-service-providers/" TargetMode="External"/><Relationship Id="rId5" Type="http://schemas.openxmlformats.org/officeDocument/2006/relationships/hyperlink" Target="https://www.infosys.com/industries/publishing/documents/legal-managed-services.pdf" TargetMode="External"/><Relationship Id="rId4" Type="http://schemas.openxmlformats.org/officeDocument/2006/relationships/hyperlink" Target="https://www.taxmann.com/post/blog/legaltech-in-india" TargetMode="External"/><Relationship Id="rId9" Type="http://schemas.openxmlformats.org/officeDocument/2006/relationships/hyperlink" Target="https://ijarsct.co.in/Paper25646.pdf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axmann.com/post/blog/legaltech-in-india" TargetMode="External"/><Relationship Id="rId3" Type="http://schemas.openxmlformats.org/officeDocument/2006/relationships/hyperlink" Target="https://www.jetir.org/view?paper=JETIR2406832" TargetMode="External"/><Relationship Id="rId7" Type="http://schemas.openxmlformats.org/officeDocument/2006/relationships/hyperlink" Target="https://blog.privatecircle.co/legal-tech-startups-india-watch/" TargetMode="External"/><Relationship Id="rId2" Type="http://schemas.openxmlformats.org/officeDocument/2006/relationships/hyperlink" Target="https://www.scribd.com/document/711640084/Incentives-based-Design-for-onboarding-Legal-Service-Providers-for-extending-Legal-Services-to-Citizens-in-India-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ribd.com/document/875148548/Legal-Bharat-Incentive" TargetMode="External"/><Relationship Id="rId5" Type="http://schemas.openxmlformats.org/officeDocument/2006/relationships/hyperlink" Target="https://www.phenom.com/blog/importance-of-onboarding" TargetMode="External"/><Relationship Id="rId4" Type="http://schemas.openxmlformats.org/officeDocument/2006/relationships/hyperlink" Target="https://www.jetir.org/papers/JETIR2312630.pdf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GB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LegalEase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(App For Onboarding Legal Services)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Batch Number: </a:t>
            </a:r>
            <a:r>
              <a:rPr lang="en-GB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CSE_160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Under the Supervision of,</a:t>
            </a:r>
          </a:p>
          <a:p>
            <a:pPr>
              <a:buClr>
                <a:srgbClr val="17365D"/>
              </a:buClr>
              <a:buSzPts val="2000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Thatimakula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Saikumar – Assistant Professor</a:t>
            </a:r>
            <a:endParaRPr lang="en-IN"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Saiqa Khan -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Assistant Professor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School of Computer Science and Engineering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Presidency University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427282265"/>
              </p:ext>
            </p:extLst>
          </p:nvPr>
        </p:nvGraphicFramePr>
        <p:xfrm>
          <a:off x="553347" y="2721840"/>
          <a:ext cx="5418675" cy="301758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Bookman Old Style"/>
                          <a:cs typeface="Times New Roman" panose="02020603050405020304" pitchFamily="18" charset="0"/>
                          <a:sym typeface="Arial"/>
                        </a:rPr>
                        <a:t>20221CSE0090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Bookman Old Style"/>
                          <a:cs typeface="Times New Roman" panose="02020603050405020304" pitchFamily="18" charset="0"/>
                          <a:sym typeface="Arial"/>
                        </a:rPr>
                        <a:t>20221CSE0195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Bookman Old Style"/>
                          <a:cs typeface="Times New Roman" panose="02020603050405020304" pitchFamily="18" charset="0"/>
                          <a:sym typeface="Arial"/>
                        </a:rPr>
                        <a:t>20221CSE0225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Bookman Old Style"/>
                          <a:cs typeface="Times New Roman" panose="02020603050405020304" pitchFamily="18" charset="0"/>
                          <a:sym typeface="Arial"/>
                        </a:rPr>
                        <a:t>Vishnu. P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+mj-lt"/>
                          <a:ea typeface="Bookman Old Style"/>
                          <a:cs typeface="Bookman Old Style"/>
                          <a:sym typeface="Arial"/>
                        </a:rPr>
                        <a:t> </a:t>
                      </a: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Bookman Old Style"/>
                          <a:cs typeface="Times New Roman" panose="02020603050405020304" pitchFamily="18" charset="0"/>
                          <a:sym typeface="Arial"/>
                        </a:rPr>
                        <a:t>Vasista. 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Bookman Old Style"/>
                          <a:cs typeface="Times New Roman" panose="02020603050405020304" pitchFamily="18" charset="0"/>
                          <a:sym typeface="Arial"/>
                        </a:rPr>
                        <a:t>Dhanush. A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Capstone Project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Review-3</a:t>
            </a:r>
            <a:endParaRPr sz="1800" b="1" i="0" u="none" strike="noStrike" cap="none" dirty="0">
              <a:solidFill>
                <a:srgbClr val="17365D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Program: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Computer Science and Engineering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HoD: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Dr.Asif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Mohammed ,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Dr.Blessed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Prince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Program Project Coordinator: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Dr.Jayavadivel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Ravi ,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Mr.Muthuraju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V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Content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70940" y="1164615"/>
            <a:ext cx="10668000" cy="477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Github</a:t>
            </a: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link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Existing methods &amp; Drawbacks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 &amp; Feasibility study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Modules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 Number: 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PSCS-39</a:t>
            </a:r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Git-hub Link : </a:t>
            </a:r>
            <a:r>
              <a:rPr lang="en-US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https://github.com/vishnu090705/Onboarding-legal-service-providers.git 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Category  </a:t>
            </a:r>
            <a:r>
              <a:rPr 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Software</a:t>
            </a:r>
          </a:p>
          <a:p>
            <a:pPr marL="76200" indent="0">
              <a:buNone/>
            </a:pP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Abstract 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secure Android application for onboarding Legal Service Providers using e-KYC verification to ensure authenticity and trust. Existing portals fail to provide simplified, accessible, and timely updates, resulting in missed opportunities.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incentive-based gamification model encourages professional participation, while citizens gain transparent access to verified legal services through a reliable digital marketplace.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expected outcome is a transparent, secure, and user-friendly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eMarketplace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enhances citizen trust, improves access to legal services, and ensures better engagement of professionals. The project also offers real-world exposure to full-stack mobile development, authentication systems, and incentive-based platform design.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5125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Nyaya Shastra: E-Platform for Legal Providers," IJARSCT, 2024</a:t>
            </a:r>
          </a:p>
          <a:p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 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https://ijarsct.co.in/Paper25646.pdf</a:t>
            </a:r>
            <a:endParaRPr lang="en-US" sz="2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Karnale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P.R., Chavan, S.R.,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Chougale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A.B., Patil, A.A., Jamadar, S.S. (2023), "Incentives based Design for onboarding Legal Service Providers for Extending Legal Services.“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 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https://www.scribd.com/document/711640084/Incentives-based-Design-for-onboarding-Legal-Service-Providers-for-extending-Legal-Services-to-Citizens-in-India-1</a:t>
            </a:r>
          </a:p>
          <a:p>
            <a:pPr marL="7620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[15]LEGAL SAHYOG HUB: JETIR2406832, "Incentives Based Design For Onboarding Legal Service Providers.”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 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https://www.jetir.org/view?paper=JETIR2406832</a:t>
            </a:r>
            <a:endParaRPr lang="en-US" sz="2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[18]Legal Bharat Incentive,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Legalbharat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Link : https://www.scribd.com/document/875148548/Legal-Bharat-Incentive</a:t>
            </a:r>
            <a:endParaRPr lang="en-US" sz="2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800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800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 dirty="0">
              <a:latin typeface="+mj-lt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lvl="0"/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secure Android application that enables Legal Service Providers (LSPs) such as advocates, notaries, and mediators to onboard digitally with proper authentication.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e-KYC verification mechanisms (Aadhaar OTP, document OCR scanning, and face recognition) to ensure trust, authenticity, and fraud prevention.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 an incentive-based system (badges, rewards, rankings) that motivates legal professionals to actively participate and maintain service quality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citizens with a user-friendly interface to search, filter, and connect with verified legal service providers, while allowing admins to monitor onboarding and approvals</a:t>
            </a:r>
            <a:r>
              <a:rPr lang="en-US" sz="1800" dirty="0">
                <a:latin typeface="+mj-lt"/>
              </a:rPr>
              <a:t>.</a:t>
            </a:r>
            <a:endParaRPr lang="en-IN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Existing methods &amp; Drawbacks 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registrations are manual, slow, and lack transparency.</a:t>
            </a:r>
          </a:p>
          <a:p>
            <a:pPr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initiatives mainly focus on case management and not professional onboarding.</a:t>
            </a:r>
          </a:p>
          <a:p>
            <a:pPr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trust &amp; authenticity in current legal service listings.</a:t>
            </a:r>
          </a:p>
          <a:p>
            <a:pPr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incentives to encourage active participation from professionals.</a:t>
            </a:r>
          </a:p>
          <a:p>
            <a:pPr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user experience for citizens in discovering verified providers.</a:t>
            </a:r>
          </a:p>
          <a:p>
            <a:pPr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Manual/limited verification leading to fraud or fake entries.</a:t>
            </a: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591207" y="274638"/>
            <a:ext cx="10889593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 &amp; Feasibility study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43454" y="850769"/>
            <a:ext cx="10429955" cy="724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Method: </a:t>
            </a:r>
          </a:p>
          <a:p>
            <a:pPr marL="762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is the “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LegalEase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Progressive App. Its innovation lies in its integrated,     accessible, and user-centric design: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Onboarding via e-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KYCIntegration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Aadhaar OTP-based e-KYC to verify identity.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Incentive-Based Engagement System Gamification features such as badges, points, and rankings to motivate professionals.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Incentive-Based Engagement System Gamification features such as badges, points, and rankings to motivate professionals.</a:t>
            </a:r>
          </a:p>
          <a:p>
            <a:pPr marL="76200" lv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Study: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implemented using widely available technologies like Android Studio (Java) for mobile development, Firebase/AWS for secure storage, and UIDAI e-KYC / OCR / Face Recognition APIs for verification.</a:t>
            </a:r>
          </a:p>
          <a:p>
            <a:pPr lvl="0"/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Deployment on cloud services can be scaled as needed, ensuring cost-effectiveness for prototype and real-world usage.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 dirty="0">
              <a:latin typeface="+mj-lt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Architecture Diagram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039306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A21F14-5158-127B-5CB6-24AC081F5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132489"/>
            <a:ext cx="10287000" cy="468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Architecture Diagram continue…….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frontend is composed of mobile applications for both citizens and legal service providers, offering intuitive interfaces for searching legal experts, booking consultations.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mobile apps focus on ease of use, accessibility, and real-time interaction with backend services to provide responsive and seamless user experiences.</a:t>
            </a:r>
          </a:p>
          <a:p>
            <a:pPr marL="762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backend provides essential services including API gateways for client-server communication, provider verification and management, secure authentication, feedback and rating systems.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modules communicate with the frontend and database layers, facilitating data exchange, processing booking requests, and enforcing security protocols.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Service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Manages user logins.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E-KYC verification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Verifying the legal providers by Aadhaar number and bar council number.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Hosting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entire application is deployed on a cloud provider for reliability and scalability.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C293B-831B-8CC3-D881-84AFB0DF7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01489-9BF4-9780-4CF4-F9A06B125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Module: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registration and login of Legal Service Providers (LSPs), citizens, and admins.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e-KYC Verification Module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Cross-verifies uploaded documents with user-entered details. Ensures onboarding of only genuine and verified LSPs.</a:t>
            </a:r>
          </a:p>
          <a:p>
            <a:pPr lvl="0"/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Incentive &amp; Gamification Module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rewards such as badges, points, certificates, and higher visibility for verified LSPs.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 Service Access Module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citizens to search, filter, and view verified LSP profiles.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&amp; API Module 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Firebase Storage / AWS S3 to store documents.</a:t>
            </a:r>
          </a:p>
          <a:p>
            <a:pPr marL="76200" indent="0">
              <a:buNone/>
            </a:pPr>
            <a:endParaRPr lang="en-IN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2803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1830-9627-1487-A166-456852DF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  <a:r>
              <a:rPr lang="en-IN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39DD4-1E03-1EEC-588D-E557FBC85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048" y="1143001"/>
            <a:ext cx="10441152" cy="488730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891BFE-56B1-6455-0777-369D227C9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048" y="1143001"/>
            <a:ext cx="10441152" cy="488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500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88581-8481-6E8B-E8FF-8FAB28ADD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D771E-F13B-F105-D9E1-00BD4D3E7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[1]. [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Sharetribe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"How to build a marketplace for legal services," 2023.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sharetribe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[2].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Itexus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"Legal Marketplace Development: Guide," 2023.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itexus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[3]. "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LegalTech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India – Role of Technology and Legal Education,"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Taxmann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taxmann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[4]. Infosys, "How a Digital Transformation Enhances the Extended Legal ...," Infosys.com, 2024.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infosys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[5]. "Alternative legal service providers muscle in," Law.asia, 2025.</a:t>
            </a: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[6]. "Top 11 ODR Service Providers in India," Online Legal India, 2025.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onlinelegalindia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[7]. Indian Journal of Law and Technology (IJLT), Vol. 20, Issue 1 (2022).</a:t>
            </a: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[8]."Impact of Digital Legal Services on Traditional Law Practice in India," ICISIT,2024.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iciset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[9]. "Startups as disruptors of legal tech in India," Daksh, 2020.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dakshindia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[10]. "Nyaya Shastra: E-Platform for Legal Providers," IJARSCT, 2024.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ijarsct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[11]. Legal Kart, "The Rise of Online Lawyer Consultation," LegalKart.com, 2025.</a:t>
            </a:r>
          </a:p>
          <a:p>
            <a:pPr marL="76200" indent="0">
              <a:buNone/>
            </a:pPr>
            <a:endParaRPr lang="en-IN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61624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33E7B-5F0F-6913-329E-A0B82DC2D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continue…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6CDC8-73D3-7B0E-E404-5A08B9FF9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Karnale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P.R., Chavan, S.R.,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Chougale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A.B., Patil, A.A., Jamadar, S.S. (2023), "Incentives based Design for onboarding Legal Service Providers in India,"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IJSREM.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scribd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[13]. "Legal Tech Startups in India,"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PrivateCircle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[14]. "Online Dispute Resolution Service Providers in India," 2025.</a:t>
            </a: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[15]. LEGAL SAHYOG HUB: JETIR2406832, "Incentives Based Design For Onboarding</a:t>
            </a: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Service Providers,"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JETIR.org.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jetir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[16]. "Exploring the Significance of Onboarding Process in Higher Education," JETIR.org, 2023.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jetir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[17]. Phenom, "The Importance of Onboarding and How to Get It Right," 2025.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phenom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[18]. Legal Bharat Incentive,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Legalbharat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scribd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[19].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LawRato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Platform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Overview.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privatecircle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[20]. Legal Service India, Platform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Overview.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scribd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[21]. Gupta, S., "Commercial Disputes and Technology," 2021.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taxmann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[22]. Legal Connect, Platform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Overview.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scribd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IN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40119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1410</Words>
  <Application>Microsoft Office PowerPoint</Application>
  <PresentationFormat>Widescreen</PresentationFormat>
  <Paragraphs>123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Cambria</vt:lpstr>
      <vt:lpstr>Times New Roman</vt:lpstr>
      <vt:lpstr>Verdana</vt:lpstr>
      <vt:lpstr>Wingdings</vt:lpstr>
      <vt:lpstr>Bioinformatics</vt:lpstr>
      <vt:lpstr>LegalEase(App For Onboarding Legal Services)</vt:lpstr>
      <vt:lpstr>Content</vt:lpstr>
      <vt:lpstr>Problem Statement Number: PSCS-39 </vt:lpstr>
      <vt:lpstr>Literature Survey</vt:lpstr>
      <vt:lpstr>Objectives</vt:lpstr>
      <vt:lpstr>Existing methods &amp; Drawbacks </vt:lpstr>
      <vt:lpstr>Proposed method &amp; Feasibility study</vt:lpstr>
      <vt:lpstr>Architecture Diagram</vt:lpstr>
      <vt:lpstr>Architecture Diagram continue…….</vt:lpstr>
      <vt:lpstr>Modules</vt:lpstr>
      <vt:lpstr>Timeline </vt:lpstr>
      <vt:lpstr>References</vt:lpstr>
      <vt:lpstr>References continue…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Vishnu Vardhan</cp:lastModifiedBy>
  <cp:revision>40</cp:revision>
  <dcterms:modified xsi:type="dcterms:W3CDTF">2025-09-23T14:34:25Z</dcterms:modified>
</cp:coreProperties>
</file>