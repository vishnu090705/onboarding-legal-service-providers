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9" r:id="rId4"/>
    <p:sldId id="273" r:id="rId5"/>
    <p:sldId id="268" r:id="rId6"/>
    <p:sldId id="272" r:id="rId7"/>
    <p:sldId id="271" r:id="rId8"/>
    <p:sldId id="281" r:id="rId9"/>
    <p:sldId id="282" r:id="rId10"/>
    <p:sldId id="265" r:id="rId11"/>
    <p:sldId id="283" r:id="rId12"/>
    <p:sldId id="275" r:id="rId13"/>
    <p:sldId id="276" r:id="rId14"/>
    <p:sldId id="278" r:id="rId15"/>
    <p:sldId id="280" r:id="rId16"/>
    <p:sldId id="284" r:id="rId17"/>
    <p:sldId id="26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1CBC5-7ADB-4F6A-BC3A-C1A7DBE0C151}" v="28" dt="2025-09-25T00:56:15.122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nu Vardhan" userId="8ee1bec7bfba7813" providerId="LiveId" clId="{BEF55DDD-99E7-4E3C-880B-1717E8E5286C}"/>
    <pc:docChg chg="undo custSel addSld delSld modSld sldOrd">
      <pc:chgData name="Vishnu Vardhan" userId="8ee1bec7bfba7813" providerId="LiveId" clId="{BEF55DDD-99E7-4E3C-880B-1717E8E5286C}" dt="2025-09-25T00:56:52.033" v="1994" actId="20577"/>
      <pc:docMkLst>
        <pc:docMk/>
      </pc:docMkLst>
      <pc:sldChg chg="modSp mod">
        <pc:chgData name="Vishnu Vardhan" userId="8ee1bec7bfba7813" providerId="LiveId" clId="{BEF55DDD-99E7-4E3C-880B-1717E8E5286C}" dt="2025-09-24T00:19:13.808" v="777" actId="120"/>
        <pc:sldMkLst>
          <pc:docMk/>
          <pc:sldMk cId="0" sldId="256"/>
        </pc:sldMkLst>
        <pc:spChg chg="mod">
          <ac:chgData name="Vishnu Vardhan" userId="8ee1bec7bfba7813" providerId="LiveId" clId="{BEF55DDD-99E7-4E3C-880B-1717E8E5286C}" dt="2025-09-09T05:00:54.599" v="349" actId="2711"/>
          <ac:spMkLst>
            <pc:docMk/>
            <pc:sldMk cId="0" sldId="256"/>
            <ac:spMk id="8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00:25.112" v="347" actId="2711"/>
          <ac:spMkLst>
            <pc:docMk/>
            <pc:sldMk cId="0" sldId="256"/>
            <ac:spMk id="87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5:00:35.999" v="348" actId="2711"/>
          <ac:spMkLst>
            <pc:docMk/>
            <pc:sldMk cId="0" sldId="256"/>
            <ac:spMk id="88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19:13.808" v="777" actId="120"/>
          <ac:spMkLst>
            <pc:docMk/>
            <pc:sldMk cId="0" sldId="256"/>
            <ac:spMk id="90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18:51.259" v="770" actId="20577"/>
          <ac:spMkLst>
            <pc:docMk/>
            <pc:sldMk cId="0" sldId="256"/>
            <ac:spMk id="91" creationId="{00000000-0000-0000-0000-000000000000}"/>
          </ac:spMkLst>
        </pc:spChg>
        <pc:graphicFrameChg chg="mod modGraphic">
          <ac:chgData name="Vishnu Vardhan" userId="8ee1bec7bfba7813" providerId="LiveId" clId="{BEF55DDD-99E7-4E3C-880B-1717E8E5286C}" dt="2025-09-09T05:02:17.071" v="359" actId="2711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Vishnu Vardhan" userId="8ee1bec7bfba7813" providerId="LiveId" clId="{BEF55DDD-99E7-4E3C-880B-1717E8E5286C}" dt="2025-09-24T00:58:21.240" v="1194" actId="20577"/>
        <pc:sldMkLst>
          <pc:docMk/>
          <pc:sldMk cId="0" sldId="257"/>
        </pc:sldMkLst>
        <pc:spChg chg="mod">
          <ac:chgData name="Vishnu Vardhan" userId="8ee1bec7bfba7813" providerId="LiveId" clId="{BEF55DDD-99E7-4E3C-880B-1717E8E5286C}" dt="2025-09-09T04:59:50.262" v="344" actId="2711"/>
          <ac:spMkLst>
            <pc:docMk/>
            <pc:sldMk cId="0" sldId="257"/>
            <ac:spMk id="96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58:21.240" v="1194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24T00:47:58.981" v="1090" actId="115"/>
        <pc:sldMkLst>
          <pc:docMk/>
          <pc:sldMk cId="0" sldId="265"/>
        </pc:sldMkLst>
        <pc:spChg chg="mod">
          <ac:chgData name="Vishnu Vardhan" userId="8ee1bec7bfba7813" providerId="LiveId" clId="{BEF55DDD-99E7-4E3C-880B-1717E8E5286C}" dt="2025-09-24T00:39:42.494" v="890" actId="20577"/>
          <ac:spMkLst>
            <pc:docMk/>
            <pc:sldMk cId="0" sldId="265"/>
            <ac:spMk id="144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47:58.981" v="1090" actId="115"/>
          <ac:spMkLst>
            <pc:docMk/>
            <pc:sldMk cId="0" sldId="265"/>
            <ac:spMk id="14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24T00:36:29.850" v="831" actId="255"/>
        <pc:sldMkLst>
          <pc:docMk/>
          <pc:sldMk cId="2856357337" sldId="268"/>
        </pc:sldMkLst>
        <pc:spChg chg="mod">
          <ac:chgData name="Vishnu Vardhan" userId="8ee1bec7bfba7813" providerId="LiveId" clId="{BEF55DDD-99E7-4E3C-880B-1717E8E5286C}" dt="2025-09-24T00:36:29.850" v="831" actId="255"/>
          <ac:spMkLst>
            <pc:docMk/>
            <pc:sldMk cId="2856357337" sldId="268"/>
            <ac:spMk id="5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4:58:58.102" v="339" actId="2711"/>
          <ac:spMkLst>
            <pc:docMk/>
            <pc:sldMk cId="2856357337" sldId="268"/>
            <ac:spMk id="114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24T00:33:49.862" v="822" actId="20577"/>
        <pc:sldMkLst>
          <pc:docMk/>
          <pc:sldMk cId="2143451837" sldId="269"/>
        </pc:sldMkLst>
        <pc:spChg chg="mod">
          <ac:chgData name="Vishnu Vardhan" userId="8ee1bec7bfba7813" providerId="LiveId" clId="{BEF55DDD-99E7-4E3C-880B-1717E8E5286C}" dt="2025-09-09T04:59:20.811" v="341" actId="2711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33:49.862" v="822" actId="20577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del mod">
        <pc:chgData name="Vishnu Vardhan" userId="8ee1bec7bfba7813" providerId="LiveId" clId="{BEF55DDD-99E7-4E3C-880B-1717E8E5286C}" dt="2025-09-24T00:40:07.819" v="923" actId="2696"/>
        <pc:sldMkLst>
          <pc:docMk/>
          <pc:sldMk cId="479890276" sldId="270"/>
        </pc:sldMkLst>
      </pc:sldChg>
      <pc:sldChg chg="modSp mod">
        <pc:chgData name="Vishnu Vardhan" userId="8ee1bec7bfba7813" providerId="LiveId" clId="{BEF55DDD-99E7-4E3C-880B-1717E8E5286C}" dt="2025-09-24T00:50:42.320" v="1130" actId="20577"/>
        <pc:sldMkLst>
          <pc:docMk/>
          <pc:sldMk cId="2000455742" sldId="271"/>
        </pc:sldMkLst>
        <pc:spChg chg="mod">
          <ac:chgData name="Vishnu Vardhan" userId="8ee1bec7bfba7813" providerId="LiveId" clId="{BEF55DDD-99E7-4E3C-880B-1717E8E5286C}" dt="2025-09-09T05:11:42.848" v="446" actId="14100"/>
          <ac:spMkLst>
            <pc:docMk/>
            <pc:sldMk cId="2000455742" sldId="271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0:50:42.320" v="1130" actId="20577"/>
          <ac:spMkLst>
            <pc:docMk/>
            <pc:sldMk cId="2000455742" sldId="271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24T01:17:01.148" v="1450" actId="113"/>
        <pc:sldMkLst>
          <pc:docMk/>
          <pc:sldMk cId="3338832548" sldId="272"/>
        </pc:sldMkLst>
        <pc:spChg chg="mod">
          <ac:chgData name="Vishnu Vardhan" userId="8ee1bec7bfba7813" providerId="LiveId" clId="{BEF55DDD-99E7-4E3C-880B-1717E8E5286C}" dt="2025-09-24T00:58:32.101" v="1204" actId="20577"/>
          <ac:spMkLst>
            <pc:docMk/>
            <pc:sldMk cId="3338832548" sldId="272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24T01:17:01.148" v="1450" actId="113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09T04:59:12.399" v="340" actId="2711"/>
        <pc:sldMkLst>
          <pc:docMk/>
          <pc:sldMk cId="1030816154" sldId="273"/>
        </pc:sldMkLst>
        <pc:spChg chg="mod">
          <ac:chgData name="Vishnu Vardhan" userId="8ee1bec7bfba7813" providerId="LiveId" clId="{BEF55DDD-99E7-4E3C-880B-1717E8E5286C}" dt="2025-09-09T04:59:12.399" v="340" actId="2711"/>
          <ac:spMkLst>
            <pc:docMk/>
            <pc:sldMk cId="1030816154" sldId="273"/>
            <ac:spMk id="114" creationId="{00000000-0000-0000-0000-000000000000}"/>
          </ac:spMkLst>
        </pc:spChg>
        <pc:spChg chg="mod">
          <ac:chgData name="Vishnu Vardhan" userId="8ee1bec7bfba7813" providerId="LiveId" clId="{BEF55DDD-99E7-4E3C-880B-1717E8E5286C}" dt="2025-09-09T04:56:20.092" v="325" actId="255"/>
          <ac:spMkLst>
            <pc:docMk/>
            <pc:sldMk cId="1030816154" sldId="273"/>
            <ac:spMk id="115" creationId="{00000000-0000-0000-0000-000000000000}"/>
          </ac:spMkLst>
        </pc:spChg>
      </pc:sldChg>
      <pc:sldChg chg="modSp mod">
        <pc:chgData name="Vishnu Vardhan" userId="8ee1bec7bfba7813" providerId="LiveId" clId="{BEF55DDD-99E7-4E3C-880B-1717E8E5286C}" dt="2025-09-24T00:45:49.299" v="1049" actId="20577"/>
        <pc:sldMkLst>
          <pc:docMk/>
          <pc:sldMk cId="282803207" sldId="275"/>
        </pc:sldMkLst>
        <pc:spChg chg="mod">
          <ac:chgData name="Vishnu Vardhan" userId="8ee1bec7bfba7813" providerId="LiveId" clId="{BEF55DDD-99E7-4E3C-880B-1717E8E5286C}" dt="2025-09-09T05:30:54.595" v="480" actId="2711"/>
          <ac:spMkLst>
            <pc:docMk/>
            <pc:sldMk cId="282803207" sldId="275"/>
            <ac:spMk id="2" creationId="{7FAC293B-831B-8CC3-D881-84AFB0DF7140}"/>
          </ac:spMkLst>
        </pc:spChg>
        <pc:spChg chg="mod">
          <ac:chgData name="Vishnu Vardhan" userId="8ee1bec7bfba7813" providerId="LiveId" clId="{BEF55DDD-99E7-4E3C-880B-1717E8E5286C}" dt="2025-09-24T00:45:49.299" v="1049" actId="20577"/>
          <ac:spMkLst>
            <pc:docMk/>
            <pc:sldMk cId="282803207" sldId="275"/>
            <ac:spMk id="3" creationId="{09601489-9BF4-9780-4CF4-F9A06B12507B}"/>
          </ac:spMkLst>
        </pc:spChg>
      </pc:sldChg>
      <pc:sldChg chg="addSp delSp modSp mod">
        <pc:chgData name="Vishnu Vardhan" userId="8ee1bec7bfba7813" providerId="LiveId" clId="{BEF55DDD-99E7-4E3C-880B-1717E8E5286C}" dt="2025-09-09T05:52:17.688" v="768" actId="14100"/>
        <pc:sldMkLst>
          <pc:docMk/>
          <pc:sldMk cId="1425500932" sldId="276"/>
        </pc:sldMkLst>
        <pc:spChg chg="mod">
          <ac:chgData name="Vishnu Vardhan" userId="8ee1bec7bfba7813" providerId="LiveId" clId="{BEF55DDD-99E7-4E3C-880B-1717E8E5286C}" dt="2025-09-09T05:45:11.722" v="689" actId="2711"/>
          <ac:spMkLst>
            <pc:docMk/>
            <pc:sldMk cId="1425500932" sldId="276"/>
            <ac:spMk id="2" creationId="{EA5A1830-9627-1487-A166-456852DFCBCC}"/>
          </ac:spMkLst>
        </pc:spChg>
        <pc:spChg chg="mod">
          <ac:chgData name="Vishnu Vardhan" userId="8ee1bec7bfba7813" providerId="LiveId" clId="{BEF55DDD-99E7-4E3C-880B-1717E8E5286C}" dt="2025-09-09T05:52:17.688" v="768" actId="14100"/>
          <ac:spMkLst>
            <pc:docMk/>
            <pc:sldMk cId="1425500932" sldId="276"/>
            <ac:spMk id="3" creationId="{15A39DD4-1E03-1EEC-588D-E557FBC85FF6}"/>
          </ac:spMkLst>
        </pc:spChg>
        <pc:picChg chg="add mod">
          <ac:chgData name="Vishnu Vardhan" userId="8ee1bec7bfba7813" providerId="LiveId" clId="{BEF55DDD-99E7-4E3C-880B-1717E8E5286C}" dt="2025-09-09T05:44:51.849" v="688" actId="1076"/>
          <ac:picMkLst>
            <pc:docMk/>
            <pc:sldMk cId="1425500932" sldId="276"/>
            <ac:picMk id="8" creationId="{4E891BFE-56B1-6455-0777-369D227C9AF0}"/>
          </ac:picMkLst>
        </pc:picChg>
      </pc:sldChg>
      <pc:sldChg chg="del">
        <pc:chgData name="Vishnu Vardhan" userId="8ee1bec7bfba7813" providerId="LiveId" clId="{BEF55DDD-99E7-4E3C-880B-1717E8E5286C}" dt="2025-09-09T05:39:55.764" v="672" actId="2696"/>
        <pc:sldMkLst>
          <pc:docMk/>
          <pc:sldMk cId="49111919" sldId="277"/>
        </pc:sldMkLst>
      </pc:sldChg>
      <pc:sldChg chg="modSp mod">
        <pc:chgData name="Vishnu Vardhan" userId="8ee1bec7bfba7813" providerId="LiveId" clId="{BEF55DDD-99E7-4E3C-880B-1717E8E5286C}" dt="2025-09-09T05:50:56.874" v="761" actId="27636"/>
        <pc:sldMkLst>
          <pc:docMk/>
          <pc:sldMk cId="3261624139" sldId="278"/>
        </pc:sldMkLst>
        <pc:spChg chg="mod">
          <ac:chgData name="Vishnu Vardhan" userId="8ee1bec7bfba7813" providerId="LiveId" clId="{BEF55DDD-99E7-4E3C-880B-1717E8E5286C}" dt="2025-09-09T05:45:38.821" v="690" actId="2711"/>
          <ac:spMkLst>
            <pc:docMk/>
            <pc:sldMk cId="3261624139" sldId="278"/>
            <ac:spMk id="2" creationId="{B8088581-8481-6E8B-E8FF-8FAB28ADDCBA}"/>
          </ac:spMkLst>
        </pc:spChg>
        <pc:spChg chg="mod">
          <ac:chgData name="Vishnu Vardhan" userId="8ee1bec7bfba7813" providerId="LiveId" clId="{BEF55DDD-99E7-4E3C-880B-1717E8E5286C}" dt="2025-09-09T05:50:56.874" v="761" actId="27636"/>
          <ac:spMkLst>
            <pc:docMk/>
            <pc:sldMk cId="3261624139" sldId="278"/>
            <ac:spMk id="3" creationId="{850D771E-F13B-F105-D9E1-00BD4D3E79DD}"/>
          </ac:spMkLst>
        </pc:spChg>
      </pc:sldChg>
      <pc:sldChg chg="modSp del mod">
        <pc:chgData name="Vishnu Vardhan" userId="8ee1bec7bfba7813" providerId="LiveId" clId="{BEF55DDD-99E7-4E3C-880B-1717E8E5286C}" dt="2025-09-09T05:46:48.261" v="696" actId="2696"/>
        <pc:sldMkLst>
          <pc:docMk/>
          <pc:sldMk cId="138213796" sldId="279"/>
        </pc:sldMkLst>
      </pc:sldChg>
      <pc:sldChg chg="modSp add mod">
        <pc:chgData name="Vishnu Vardhan" userId="8ee1bec7bfba7813" providerId="LiveId" clId="{BEF55DDD-99E7-4E3C-880B-1717E8E5286C}" dt="2025-09-09T05:51:19.501" v="763" actId="20577"/>
        <pc:sldMkLst>
          <pc:docMk/>
          <pc:sldMk cId="1340119833" sldId="280"/>
        </pc:sldMkLst>
        <pc:spChg chg="mod">
          <ac:chgData name="Vishnu Vardhan" userId="8ee1bec7bfba7813" providerId="LiveId" clId="{BEF55DDD-99E7-4E3C-880B-1717E8E5286C}" dt="2025-09-09T05:49:42.460" v="750" actId="2711"/>
          <ac:spMkLst>
            <pc:docMk/>
            <pc:sldMk cId="1340119833" sldId="280"/>
            <ac:spMk id="2" creationId="{98A33E7B-5F0F-6913-329E-A0B82DC2D6D2}"/>
          </ac:spMkLst>
        </pc:spChg>
        <pc:spChg chg="mod">
          <ac:chgData name="Vishnu Vardhan" userId="8ee1bec7bfba7813" providerId="LiveId" clId="{BEF55DDD-99E7-4E3C-880B-1717E8E5286C}" dt="2025-09-09T05:51:19.501" v="763" actId="20577"/>
          <ac:spMkLst>
            <pc:docMk/>
            <pc:sldMk cId="1340119833" sldId="280"/>
            <ac:spMk id="3" creationId="{E506CDC8-73D3-7B0E-E404-5A08B9FF9BFD}"/>
          </ac:spMkLst>
        </pc:spChg>
      </pc:sldChg>
      <pc:sldChg chg="del">
        <pc:chgData name="Vishnu Vardhan" userId="8ee1bec7bfba7813" providerId="LiveId" clId="{BEF55DDD-99E7-4E3C-880B-1717E8E5286C}" dt="2025-09-09T05:46:51.139" v="697" actId="2696"/>
        <pc:sldMkLst>
          <pc:docMk/>
          <pc:sldMk cId="2509841984" sldId="280"/>
        </pc:sldMkLst>
      </pc:sldChg>
      <pc:sldChg chg="addSp delSp modSp new mod ord">
        <pc:chgData name="Vishnu Vardhan" userId="8ee1bec7bfba7813" providerId="LiveId" clId="{BEF55DDD-99E7-4E3C-880B-1717E8E5286C}" dt="2025-09-25T00:41:33.045" v="1486" actId="14100"/>
        <pc:sldMkLst>
          <pc:docMk/>
          <pc:sldMk cId="1234751963" sldId="281"/>
        </pc:sldMkLst>
        <pc:spChg chg="mod">
          <ac:chgData name="Vishnu Vardhan" userId="8ee1bec7bfba7813" providerId="LiveId" clId="{BEF55DDD-99E7-4E3C-880B-1717E8E5286C}" dt="2025-09-24T00:40:00.322" v="922" actId="20577"/>
          <ac:spMkLst>
            <pc:docMk/>
            <pc:sldMk cId="1234751963" sldId="281"/>
            <ac:spMk id="2" creationId="{61F7F3C5-B226-FE19-D501-A35F8F47888D}"/>
          </ac:spMkLst>
        </pc:spChg>
        <pc:spChg chg="mod">
          <ac:chgData name="Vishnu Vardhan" userId="8ee1bec7bfba7813" providerId="LiveId" clId="{BEF55DDD-99E7-4E3C-880B-1717E8E5286C}" dt="2025-09-24T00:37:57.798" v="835" actId="5793"/>
          <ac:spMkLst>
            <pc:docMk/>
            <pc:sldMk cId="1234751963" sldId="281"/>
            <ac:spMk id="3" creationId="{A7F7C724-3187-D333-6A42-B4F892FBADE4}"/>
          </ac:spMkLst>
        </pc:spChg>
        <pc:picChg chg="add del mod">
          <ac:chgData name="Vishnu Vardhan" userId="8ee1bec7bfba7813" providerId="LiveId" clId="{BEF55DDD-99E7-4E3C-880B-1717E8E5286C}" dt="2025-09-25T00:38:49.771" v="1456" actId="21"/>
          <ac:picMkLst>
            <pc:docMk/>
            <pc:sldMk cId="1234751963" sldId="281"/>
            <ac:picMk id="4" creationId="{B5A18AA8-1CBA-0D21-B4D9-DF8250AD5493}"/>
          </ac:picMkLst>
        </pc:picChg>
        <pc:picChg chg="add del mod">
          <ac:chgData name="Vishnu Vardhan" userId="8ee1bec7bfba7813" providerId="LiveId" clId="{BEF55DDD-99E7-4E3C-880B-1717E8E5286C}" dt="2025-09-25T00:38:43.141" v="1455" actId="21"/>
          <ac:picMkLst>
            <pc:docMk/>
            <pc:sldMk cId="1234751963" sldId="281"/>
            <ac:picMk id="7" creationId="{BB32850F-8D14-6A4B-F04C-839B03EDE14D}"/>
          </ac:picMkLst>
        </pc:picChg>
        <pc:picChg chg="add del mod">
          <ac:chgData name="Vishnu Vardhan" userId="8ee1bec7bfba7813" providerId="LiveId" clId="{BEF55DDD-99E7-4E3C-880B-1717E8E5286C}" dt="2025-09-25T00:38:54.236" v="1458" actId="21"/>
          <ac:picMkLst>
            <pc:docMk/>
            <pc:sldMk cId="1234751963" sldId="281"/>
            <ac:picMk id="8" creationId="{B5A18AA8-1CBA-0D21-B4D9-DF8250AD5493}"/>
          </ac:picMkLst>
        </pc:picChg>
        <pc:picChg chg="add mod">
          <ac:chgData name="Vishnu Vardhan" userId="8ee1bec7bfba7813" providerId="LiveId" clId="{BEF55DDD-99E7-4E3C-880B-1717E8E5286C}" dt="2025-09-25T00:41:33.045" v="1486" actId="14100"/>
          <ac:picMkLst>
            <pc:docMk/>
            <pc:sldMk cId="1234751963" sldId="281"/>
            <ac:picMk id="10" creationId="{C8C8C94C-38E6-0BA5-EBEF-92A29B770A1D}"/>
          </ac:picMkLst>
        </pc:picChg>
        <pc:inkChg chg="add del">
          <ac:chgData name="Vishnu Vardhan" userId="8ee1bec7bfba7813" providerId="LiveId" clId="{BEF55DDD-99E7-4E3C-880B-1717E8E5286C}" dt="2025-09-25T00:33:47.454" v="1452" actId="9405"/>
          <ac:inkMkLst>
            <pc:docMk/>
            <pc:sldMk cId="1234751963" sldId="281"/>
            <ac:inkMk id="5" creationId="{9B13D108-F6A6-668A-1812-036F00C727B2}"/>
          </ac:inkMkLst>
        </pc:inkChg>
      </pc:sldChg>
      <pc:sldChg chg="modSp new del">
        <pc:chgData name="Vishnu Vardhan" userId="8ee1bec7bfba7813" providerId="LiveId" clId="{BEF55DDD-99E7-4E3C-880B-1717E8E5286C}" dt="2025-09-24T00:28:44.914" v="812" actId="2696"/>
        <pc:sldMkLst>
          <pc:docMk/>
          <pc:sldMk cId="3165274118" sldId="281"/>
        </pc:sldMkLst>
        <pc:spChg chg="mod">
          <ac:chgData name="Vishnu Vardhan" userId="8ee1bec7bfba7813" providerId="LiveId" clId="{BEF55DDD-99E7-4E3C-880B-1717E8E5286C}" dt="2025-09-24T00:22:26.032" v="788"/>
          <ac:spMkLst>
            <pc:docMk/>
            <pc:sldMk cId="3165274118" sldId="281"/>
            <ac:spMk id="3" creationId="{A2085C16-601A-7ED2-229F-CDAFD5FEBFC4}"/>
          </ac:spMkLst>
        </pc:spChg>
      </pc:sldChg>
      <pc:sldChg chg="new del">
        <pc:chgData name="Vishnu Vardhan" userId="8ee1bec7bfba7813" providerId="LiveId" clId="{BEF55DDD-99E7-4E3C-880B-1717E8E5286C}" dt="2025-09-09T05:51:27.467" v="764" actId="2696"/>
        <pc:sldMkLst>
          <pc:docMk/>
          <pc:sldMk cId="3512584539" sldId="281"/>
        </pc:sldMkLst>
      </pc:sldChg>
      <pc:sldChg chg="modSp new mod">
        <pc:chgData name="Vishnu Vardhan" userId="8ee1bec7bfba7813" providerId="LiveId" clId="{BEF55DDD-99E7-4E3C-880B-1717E8E5286C}" dt="2025-09-24T00:44:05.215" v="1008" actId="20577"/>
        <pc:sldMkLst>
          <pc:docMk/>
          <pc:sldMk cId="2467025937" sldId="282"/>
        </pc:sldMkLst>
        <pc:spChg chg="mod">
          <ac:chgData name="Vishnu Vardhan" userId="8ee1bec7bfba7813" providerId="LiveId" clId="{BEF55DDD-99E7-4E3C-880B-1717E8E5286C}" dt="2025-09-24T00:40:37.264" v="956" actId="20577"/>
          <ac:spMkLst>
            <pc:docMk/>
            <pc:sldMk cId="2467025937" sldId="282"/>
            <ac:spMk id="2" creationId="{D7F9A7DF-22A3-A946-1732-29798E9B1C0A}"/>
          </ac:spMkLst>
        </pc:spChg>
        <pc:spChg chg="mod">
          <ac:chgData name="Vishnu Vardhan" userId="8ee1bec7bfba7813" providerId="LiveId" clId="{BEF55DDD-99E7-4E3C-880B-1717E8E5286C}" dt="2025-09-24T00:44:05.215" v="1008" actId="20577"/>
          <ac:spMkLst>
            <pc:docMk/>
            <pc:sldMk cId="2467025937" sldId="282"/>
            <ac:spMk id="3" creationId="{2BEAB7C4-2918-4FB4-1363-7F53A0ABD934}"/>
          </ac:spMkLst>
        </pc:spChg>
      </pc:sldChg>
      <pc:sldChg chg="modSp new mod">
        <pc:chgData name="Vishnu Vardhan" userId="8ee1bec7bfba7813" providerId="LiveId" clId="{BEF55DDD-99E7-4E3C-880B-1717E8E5286C}" dt="2025-09-24T00:49:54.740" v="1126" actId="115"/>
        <pc:sldMkLst>
          <pc:docMk/>
          <pc:sldMk cId="3964657140" sldId="283"/>
        </pc:sldMkLst>
        <pc:spChg chg="mod">
          <ac:chgData name="Vishnu Vardhan" userId="8ee1bec7bfba7813" providerId="LiveId" clId="{BEF55DDD-99E7-4E3C-880B-1717E8E5286C}" dt="2025-09-24T00:48:34.251" v="1093" actId="20577"/>
          <ac:spMkLst>
            <pc:docMk/>
            <pc:sldMk cId="3964657140" sldId="283"/>
            <ac:spMk id="2" creationId="{5DED6D09-4655-9FD9-AD96-3691A20BA0A9}"/>
          </ac:spMkLst>
        </pc:spChg>
        <pc:spChg chg="mod">
          <ac:chgData name="Vishnu Vardhan" userId="8ee1bec7bfba7813" providerId="LiveId" clId="{BEF55DDD-99E7-4E3C-880B-1717E8E5286C}" dt="2025-09-24T00:49:54.740" v="1126" actId="115"/>
          <ac:spMkLst>
            <pc:docMk/>
            <pc:sldMk cId="3964657140" sldId="283"/>
            <ac:spMk id="3" creationId="{6A906BDF-A4E3-E48E-BD2F-CB2CD6151F03}"/>
          </ac:spMkLst>
        </pc:spChg>
      </pc:sldChg>
      <pc:sldChg chg="addSp delSp modSp new mod">
        <pc:chgData name="Vishnu Vardhan" userId="8ee1bec7bfba7813" providerId="LiveId" clId="{BEF55DDD-99E7-4E3C-880B-1717E8E5286C}" dt="2025-09-25T00:56:52.033" v="1994" actId="20577"/>
        <pc:sldMkLst>
          <pc:docMk/>
          <pc:sldMk cId="3384014448" sldId="284"/>
        </pc:sldMkLst>
        <pc:spChg chg="mod">
          <ac:chgData name="Vishnu Vardhan" userId="8ee1bec7bfba7813" providerId="LiveId" clId="{BEF55DDD-99E7-4E3C-880B-1717E8E5286C}" dt="2025-09-25T00:44:37.918" v="1504" actId="2711"/>
          <ac:spMkLst>
            <pc:docMk/>
            <pc:sldMk cId="3384014448" sldId="284"/>
            <ac:spMk id="2" creationId="{66871958-F899-C0FE-D86D-581C5B3A3401}"/>
          </ac:spMkLst>
        </pc:spChg>
        <pc:spChg chg="add del mod">
          <ac:chgData name="Vishnu Vardhan" userId="8ee1bec7bfba7813" providerId="LiveId" clId="{BEF55DDD-99E7-4E3C-880B-1717E8E5286C}" dt="2025-09-25T00:56:52.033" v="1994" actId="20577"/>
          <ac:spMkLst>
            <pc:docMk/>
            <pc:sldMk cId="3384014448" sldId="284"/>
            <ac:spMk id="3" creationId="{6C6DA764-20FF-9975-1B5C-BFB64AC8FD46}"/>
          </ac:spMkLst>
        </pc:spChg>
        <pc:spChg chg="add mod">
          <ac:chgData name="Vishnu Vardhan" userId="8ee1bec7bfba7813" providerId="LiveId" clId="{BEF55DDD-99E7-4E3C-880B-1717E8E5286C}" dt="2025-09-25T00:46:58.869" v="1512"/>
          <ac:spMkLst>
            <pc:docMk/>
            <pc:sldMk cId="3384014448" sldId="284"/>
            <ac:spMk id="4" creationId="{88AAC6A4-D283-D974-AFEE-842ECEC059D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jarsct.co.in/Paper25646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ir.org/view?paper=JETIR2406832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kshindia.org/Technology-and-Analytics-for-Law-and-Justice/part21.xhtml" TargetMode="External"/><Relationship Id="rId3" Type="http://schemas.openxmlformats.org/officeDocument/2006/relationships/hyperlink" Target="https://itexus.com/legal-marketplace-development-guide/" TargetMode="External"/><Relationship Id="rId7" Type="http://schemas.openxmlformats.org/officeDocument/2006/relationships/hyperlink" Target="https://iciset.in/Paper2723.pdf" TargetMode="External"/><Relationship Id="rId2" Type="http://schemas.openxmlformats.org/officeDocument/2006/relationships/hyperlink" Target="https://www.sharetribe.com/create/how-to-build-marketplace-for-legal-servic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nlinelegalindia.com/blogs/odr-service-providers/" TargetMode="External"/><Relationship Id="rId5" Type="http://schemas.openxmlformats.org/officeDocument/2006/relationships/hyperlink" Target="https://www.infosys.com/industries/publishing/documents/legal-managed-services.pdf" TargetMode="External"/><Relationship Id="rId4" Type="http://schemas.openxmlformats.org/officeDocument/2006/relationships/hyperlink" Target="https://www.taxmann.com/post/blog/legaltech-in-india" TargetMode="External"/><Relationship Id="rId9" Type="http://schemas.openxmlformats.org/officeDocument/2006/relationships/hyperlink" Target="https://ijarsct.co.in/Paper25646.pdf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xmann.com/post/blog/legaltech-in-india" TargetMode="External"/><Relationship Id="rId3" Type="http://schemas.openxmlformats.org/officeDocument/2006/relationships/hyperlink" Target="https://www.jetir.org/view?paper=JETIR2406832" TargetMode="External"/><Relationship Id="rId7" Type="http://schemas.openxmlformats.org/officeDocument/2006/relationships/hyperlink" Target="https://blog.privatecircle.co/legal-tech-startups-india-watch/" TargetMode="External"/><Relationship Id="rId2" Type="http://schemas.openxmlformats.org/officeDocument/2006/relationships/hyperlink" Target="https://www.scribd.com/document/711640084/Incentives-based-Design-for-onboarding-Legal-Service-Providers-for-extending-Legal-Services-to-Citizens-in-India-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ribd.com/document/875148548/Legal-Bharat-Incentive" TargetMode="External"/><Relationship Id="rId5" Type="http://schemas.openxmlformats.org/officeDocument/2006/relationships/hyperlink" Target="https://www.phenom.com/blog/importance-of-onboarding" TargetMode="External"/><Relationship Id="rId4" Type="http://schemas.openxmlformats.org/officeDocument/2006/relationships/hyperlink" Target="https://www.jetir.org/papers/JETIR2312630.pdf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LegalEase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(App For Onboarding Legal Services)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Batch Number: </a:t>
            </a:r>
            <a:r>
              <a:rPr lang="en-GB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CSE_160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Under the Supervision of,</a:t>
            </a:r>
          </a:p>
          <a:p>
            <a:pPr>
              <a:buClr>
                <a:srgbClr val="17365D"/>
              </a:buClr>
              <a:buSzPts val="20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Thatimakula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Saikumar – Assistant Professor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Saiqa Khan - 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Assistant Professor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School of Computer Science and Engineering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800" b="1" i="0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Presidency University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427282265"/>
              </p:ext>
            </p:extLst>
          </p:nvPr>
        </p:nvGraphicFramePr>
        <p:xfrm>
          <a:off x="553347" y="2721840"/>
          <a:ext cx="5418675" cy="301758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20221CSE0090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20221CSE0195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20221CSE0225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Vishnu. P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Bookman Old Style"/>
                          <a:cs typeface="Bookman Old Style"/>
                          <a:sym typeface="Arial"/>
                        </a:rPr>
                        <a:t> </a:t>
                      </a: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Vasista. 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Bookman Old Style"/>
                          <a:cs typeface="Times New Roman" panose="02020603050405020304" pitchFamily="18" charset="0"/>
                          <a:sym typeface="Arial"/>
                        </a:rPr>
                        <a:t>Dhanush. A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Capstone Project</a:t>
            </a: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Review-3</a:t>
            </a:r>
            <a:endParaRPr sz="1800" b="1" i="0" u="none" strike="noStrike" cap="none" dirty="0">
              <a:solidFill>
                <a:srgbClr val="17365D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Computer Science and Engineering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HoD: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Dr.Asif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Mohammed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Dr.Blessed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Program Project Coordinator: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Ravi ,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Mr.Muthuraju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V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0940" y="1164615"/>
            <a:ext cx="10668000" cy="477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</a:t>
            </a: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link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Algorithms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Flow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Number: </a:t>
            </a: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PSCS-39</a:t>
            </a:r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Git-hub Link :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https://github.com/vishnu090705/Onboarding-legal-service-providers.git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 </a:t>
            </a:r>
            <a:r>
              <a:rPr lang="en-US" sz="2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Software</a:t>
            </a:r>
          </a:p>
          <a:p>
            <a:pPr marL="76200" indent="0">
              <a:buNone/>
            </a:pPr>
            <a:endParaRPr lang="en-US" sz="2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 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Android application for onboarding Legal Service Provider to ensure authenticity and trust. Existing portals fail to provide simplified, accessible, and timely updates, resulting in missed opportunities.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incentive-based gamification model encourages professional participation, while citizens gain transparent access to verified legal services through a reliable digital marketplace.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 is a transparent, secure, and user-friendly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eMarketplace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enhances citizen trust, improves access to legal services, and ensures better engagement of professionals. The project also offers real-world exposure to full-stack mobile development, authentication systems, and incentive-based platform design.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5125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Nyaya Shastra: E-Platform for Legal Providers," IJARSCT, 2024</a:t>
            </a:r>
          </a:p>
          <a:p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https://ijarsct.co.in/Paper25646.pdf</a:t>
            </a:r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for Extending Legal Services.“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https://www.scribd.com/document/711640084/Incentives-based-Design-for-onboarding-Legal-Service-Providers-for-extending-Legal-Services-to-Citizens-in-India-1</a:t>
            </a:r>
          </a:p>
          <a:p>
            <a:pPr marL="7620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[15]LEGAL SAHYOG HUB: JETIR2406832, "Incentives Based Design For Onboarding Legal Service Providers.”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 </a:t>
            </a: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https://www.jetir.org/view?paper=JETIR2406832</a:t>
            </a:r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[18]Legal Bharat Incentive,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Link : https://www.scribd.com/document/875148548/Legal-Bharat-Incentive</a:t>
            </a:r>
            <a:endParaRPr lang="en-US" sz="22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secure Android application that enables Legal Service Providers (LSPs) such as advocates, notaries, and mediators to onboard digitally with proper authentication.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Ensure transparency and accessibility by providing real-time updates on service requests, provider availability, and feedback.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an incentive-based system (badges, rewards, rankings) that motivates legal professionals to actively participate and maintain service quality.</a:t>
            </a:r>
          </a:p>
          <a:p>
            <a:pPr lvl="0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citizens with a user-friendly interface to search, filter, and connect with verified legal service providers, while allowing admins to monitor onboarding and approvals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lnSpc>
                <a:spcPct val="12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(Avoid Double-Booking)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booking engine—no overlapping bookings, respect working hours, support recurring slots.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used:</a:t>
            </a:r>
          </a:p>
          <a:p>
            <a:pPr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List / Hash Maps</a:t>
            </a:r>
          </a:p>
          <a:p>
            <a:pPr marL="76200" indent="0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 interval tree (or segment tree) of booked slots per provider.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availability, search for any overlapping intervals. Insert/delete in log time.</a:t>
            </a:r>
          </a:p>
          <a:p>
            <a:pPr marL="76200" indent="0">
              <a:buNone/>
            </a:pPr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double-booking of providers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trust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won’t see providers cancel due to conflicts.</a:t>
            </a:r>
          </a:p>
          <a:p>
            <a:endParaRPr lang="en-US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591207" y="274638"/>
            <a:ext cx="10889593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43454" y="850769"/>
            <a:ext cx="10429955" cy="724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Method: </a:t>
            </a:r>
          </a:p>
          <a:p>
            <a:pPr marL="762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is the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LegalEase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Progressive App. Its innovation lies in its integrated,     accessible, and user-centric design: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Engagement System Gamification features such as badges, points, and rankings to motivate professionals.</a:t>
            </a:r>
          </a:p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Cloud-Backed Storage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APIsFirebase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AWS S3 for secure document and image storage. </a:t>
            </a:r>
          </a:p>
          <a:p>
            <a:pPr lvl="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implemented using widely available technologies like Android Studio (Java) for mobile development, Firebase/AWS for secure storage.</a:t>
            </a:r>
          </a:p>
          <a:p>
            <a:pPr lvl="0"/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Deployment on cloud services can be scaled as needed, ensuring cost-effectiveness for prototype and real-world usage.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F3C5-B226-FE19-D501-A35F8F47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7C724-3187-D333-6A42-B4F892FBA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C8C94C-38E6-0BA5-EBEF-92A29B77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7234" y="63062"/>
            <a:ext cx="13723882" cy="768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51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A7DF-22A3-A946-1732-29798E9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 Diagram continue….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AB7C4-2918-4FB4-1363-7F53A0ABD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Flow Diagram illustrates the interaction between different stakeholders of the E-Marketplace for Legal Services platform. It explains how both citizens (users) and legal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providers (lawyers/advocates) navigate through the application.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Citizen (User) Flow:</a:t>
            </a: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up or log in to the application.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browse available legal services.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legal service provider and book an appointment.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confirmation and interact with the service provider.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feedback after the service is delivered.</a:t>
            </a:r>
          </a:p>
          <a:p>
            <a:pPr marL="76200" lvl="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Legal Service Provider Flow: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and create a professional profile.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services offered and set availability.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and manage appointment requests from citizens.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the service (consultation/advice).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feedback to improve visibility and reputation.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702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Flow Diagram continue…….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Frontend(Mobile Application):</a:t>
            </a:r>
          </a:p>
          <a:p>
            <a:pPr lvl="0"/>
            <a:r>
              <a:rPr lang="en-GB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7.0 (Nougat) or higher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endParaRPr lang="en-IN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Studio (latest stable version, e.g., Android Studio Iguana or later)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 8 or above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Gradle (comes with Android Studio)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Languages:</a:t>
            </a:r>
            <a:endParaRPr lang="en-IN" sz="1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for app logic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for UI design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(Cloud Services):</a:t>
            </a: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 (for secure user login/signup)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(for storing user profiles, lawyer details, and appointment records)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Functions (optional, future scope) for business logic like notifications, verification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Messaging (optional) for push notifications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6D09-4655-9FD9-AD96-3691A20B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User Flow Diagram continue…….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06BDF-A4E3-E48E-BD2F-CB2CD6151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and APIs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Firebase SDK (Authentication +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 (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AppCompat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Material Components,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ConstraintLayout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RecyclerView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 Services (Google APIs) if you later add location-based lawyer search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Service: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logins.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Hosting: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entire application is deployed on a cloud provider for reliability and scalability.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465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293B-831B-8CC3-D881-84AFB0DF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01489-9BF4-9780-4CF4-F9A06B125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registration and login of Legal Service Providers (LSPs), citizens, and admins.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 &amp; Gamification Module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rewards such as badges, points, certificates, and higher visibility for verified LSPs.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Service Access Module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citizens to search, filter, and view verified LSP profiles.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API Module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Firebase Storage / AWS S3 to store documents.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2803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1830-9627-1487-A166-456852DF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en-IN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39DD4-1E03-1EEC-588D-E557FBC85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8048" y="1143001"/>
            <a:ext cx="10441152" cy="488730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91BFE-56B1-6455-0777-369D227C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48" y="1143001"/>
            <a:ext cx="10441152" cy="4887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00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8581-8481-6E8B-E8FF-8FAB28AD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D771E-F13B-F105-D9E1-00BD4D3E7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[1]. [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Sharetribe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"How to build a marketplace for legal services,"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sharetribe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Itexus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"Legal Marketplace Development: Guide," 2023.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itexus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[3]. 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LegalTech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India – Role of Technology and Legal Education,"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Taxmann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taxmann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[4]. Infosys, "How a Digital Transformation Enhances the Extended Legal ...," Infosys.com,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infosys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[5]. "Alternative legal service providers muscle in," Law.asia, 2025.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[6]. "Top 11 ODR Service Providers in India," Online Legal India, 2025.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onlinelegalindia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[7]. Indian Journal of Law and Technology (IJLT), Vol. 20, Issue 1 (2022).</a:t>
            </a: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[8]."Impact of Digital Legal Services on Traditional Law Practice in India," ICISIT,2024.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iciset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[9]. "Startups as disruptors of legal tech in India," Daksh, 2020.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dakshindia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[10]. "Nyaya Shastra: E-Platform for Legal Providers," IJARSCT, 2024.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ijarsct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[11]. Legal Kart, "The Rise of Online Lawyer Consultation," LegalKart.com, 2025.</a:t>
            </a:r>
          </a:p>
          <a:p>
            <a:pPr marL="76200" indent="0">
              <a:buNone/>
            </a:pPr>
            <a:endParaRPr lang="en-IN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61624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33E7B-5F0F-6913-329E-A0B82DC2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continue…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6CDC8-73D3-7B0E-E404-5A08B9FF9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Karnale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P.R., Chavan, S.R.,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Chougale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A.B., Patil, A.A., Jamadar, S.S. (2023), "Incentives based Design for onboarding Legal Service Providers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IJSREM.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[13]. "Legal Tech Startups in India,"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PrivateCircle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[14]. "Online Dispute Resolution Service Providers in India," 2025.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[15]. LEGAL SAHYOG HUB: JETIR2406832, "Incentives Based Design For Onboarding</a:t>
            </a: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Service Providers,"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JETIR.org.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[16]. "Exploring the Significance of Onboarding Process in Higher Education," JETIR.org, 2023.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jetir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[17]. Phenom, "The Importance of Onboarding and How to Get It Right,"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phenom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[18]. Legal Bharat Incentive,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Legalbharat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LawRato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privatecircle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[20]. Legal Service India,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[21]. Gupta, S., "Commercial Disputes and Technology," 2021.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taxmann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[22]. Legal Connect, Platform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Overview.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scribd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0119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1958-F899-C0FE-D86D-581C5B3A3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DA764-20FF-9975-1B5C-BFB64AC8F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successfully bridges the gap between citizens and legal service providers.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and feedback ensure transparency and trust in the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Incentive-based design motivates provider to deliver quality service.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lays a strong foundation for scalable and reliable legal marketplace.</a:t>
            </a:r>
          </a:p>
          <a:p>
            <a:pPr marL="76200" indent="0">
              <a:buNone/>
            </a:pPr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</a:rPr>
              <a:t> Future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rating &amp; review analytics (average rating, top providers).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role based access control(citizen, provider).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push notifications using Firebase Cloud Messaging.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144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1629</Words>
  <Application>Microsoft Office PowerPoint</Application>
  <PresentationFormat>Widescreen</PresentationFormat>
  <Paragraphs>161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</vt:lpstr>
      <vt:lpstr>Times New Roman</vt:lpstr>
      <vt:lpstr>Verdana</vt:lpstr>
      <vt:lpstr>Wingdings</vt:lpstr>
      <vt:lpstr>Bioinformatics</vt:lpstr>
      <vt:lpstr>LegalEase(App For Onboarding Legal Services)</vt:lpstr>
      <vt:lpstr>Content</vt:lpstr>
      <vt:lpstr>Problem Statement Number: PSCS-39 </vt:lpstr>
      <vt:lpstr>Literature Survey</vt:lpstr>
      <vt:lpstr>Objectives</vt:lpstr>
      <vt:lpstr>Algorithms</vt:lpstr>
      <vt:lpstr>Proposed method &amp; Feasibility study</vt:lpstr>
      <vt:lpstr>User Flow Diagram</vt:lpstr>
      <vt:lpstr>User Flow Diagram continue….</vt:lpstr>
      <vt:lpstr>User Flow Diagram continue…….</vt:lpstr>
      <vt:lpstr>User Flow Diagram continue…….</vt:lpstr>
      <vt:lpstr>Modules</vt:lpstr>
      <vt:lpstr>Timeline </vt:lpstr>
      <vt:lpstr>References</vt:lpstr>
      <vt:lpstr>References continue…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Vishnu Vardhan</cp:lastModifiedBy>
  <cp:revision>41</cp:revision>
  <dcterms:modified xsi:type="dcterms:W3CDTF">2025-09-25T00:56:52Z</dcterms:modified>
</cp:coreProperties>
</file>