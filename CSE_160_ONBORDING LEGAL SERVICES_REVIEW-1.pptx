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9" r:id="rId3"/>
    <p:sldId id="257" r:id="rId4"/>
    <p:sldId id="273" r:id="rId5"/>
    <p:sldId id="268" r:id="rId6"/>
    <p:sldId id="272" r:id="rId7"/>
    <p:sldId id="271" r:id="rId8"/>
    <p:sldId id="270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CF7240-1526-45E9-BBE7-6296E546CC5B}" v="15" dt="2025-08-17T11:52:47.607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Vardhan" userId="8ee1bec7bfba7813" providerId="LiveId" clId="{1C76B970-3667-410C-B509-A6EE99C394CB}"/>
    <pc:docChg chg="undo custSel modSld">
      <pc:chgData name="Vishnu Vardhan" userId="8ee1bec7bfba7813" providerId="LiveId" clId="{1C76B970-3667-410C-B509-A6EE99C394CB}" dt="2025-08-13T08:56:20.685" v="886" actId="2711"/>
      <pc:docMkLst>
        <pc:docMk/>
      </pc:docMkLst>
      <pc:sldChg chg="modSp mod">
        <pc:chgData name="Vishnu Vardhan" userId="8ee1bec7bfba7813" providerId="LiveId" clId="{1C76B970-3667-410C-B509-A6EE99C394CB}" dt="2025-08-13T07:51:13.819" v="82" actId="255"/>
        <pc:sldMkLst>
          <pc:docMk/>
          <pc:sldMk cId="0" sldId="256"/>
        </pc:sldMkLst>
        <pc:spChg chg="mod">
          <ac:chgData name="Vishnu Vardhan" userId="8ee1bec7bfba7813" providerId="LiveId" clId="{1C76B970-3667-410C-B509-A6EE99C394CB}" dt="2025-08-13T07:51:13.819" v="82" actId="255"/>
          <ac:spMkLst>
            <pc:docMk/>
            <pc:sldMk cId="0" sldId="256"/>
            <ac:spMk id="87" creationId="{00000000-0000-0000-0000-000000000000}"/>
          </ac:spMkLst>
        </pc:spChg>
        <pc:spChg chg="mod">
          <ac:chgData name="Vishnu Vardhan" userId="8ee1bec7bfba7813" providerId="LiveId" clId="{1C76B970-3667-410C-B509-A6EE99C394CB}" dt="2025-08-13T07:47:46.937" v="64" actId="20577"/>
          <ac:spMkLst>
            <pc:docMk/>
            <pc:sldMk cId="0" sldId="256"/>
            <ac:spMk id="90" creationId="{00000000-0000-0000-0000-000000000000}"/>
          </ac:spMkLst>
        </pc:spChg>
        <pc:graphicFrameChg chg="modGraphic">
          <ac:chgData name="Vishnu Vardhan" userId="8ee1bec7bfba7813" providerId="LiveId" clId="{1C76B970-3667-410C-B509-A6EE99C394CB}" dt="2025-08-13T07:46:44.243" v="50" actId="20577"/>
          <ac:graphicFrameMkLst>
            <pc:docMk/>
            <pc:sldMk cId="0" sldId="256"/>
            <ac:graphicFrameMk id="89" creationId="{00000000-0000-0000-0000-000000000000}"/>
          </ac:graphicFrameMkLst>
        </pc:graphicFrameChg>
      </pc:sldChg>
      <pc:sldChg chg="modSp mod">
        <pc:chgData name="Vishnu Vardhan" userId="8ee1bec7bfba7813" providerId="LiveId" clId="{1C76B970-3667-410C-B509-A6EE99C394CB}" dt="2025-08-13T08:55:53.990" v="884" actId="27636"/>
        <pc:sldMkLst>
          <pc:docMk/>
          <pc:sldMk cId="0" sldId="257"/>
        </pc:sldMkLst>
        <pc:spChg chg="mod">
          <ac:chgData name="Vishnu Vardhan" userId="8ee1bec7bfba7813" providerId="LiveId" clId="{1C76B970-3667-410C-B509-A6EE99C394CB}" dt="2025-08-13T08:55:53.990" v="884" actId="27636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Vishnu Vardhan" userId="8ee1bec7bfba7813" providerId="LiveId" clId="{1C76B970-3667-410C-B509-A6EE99C394CB}" dt="2025-08-13T08:55:12.428" v="882" actId="20577"/>
        <pc:sldMkLst>
          <pc:docMk/>
          <pc:sldMk cId="0" sldId="265"/>
        </pc:sldMkLst>
        <pc:spChg chg="mod">
          <ac:chgData name="Vishnu Vardhan" userId="8ee1bec7bfba7813" providerId="LiveId" clId="{1C76B970-3667-410C-B509-A6EE99C394CB}" dt="2025-08-13T08:55:12.428" v="882" actId="20577"/>
          <ac:spMkLst>
            <pc:docMk/>
            <pc:sldMk cId="0" sldId="265"/>
            <ac:spMk id="145" creationId="{00000000-0000-0000-0000-000000000000}"/>
          </ac:spMkLst>
        </pc:spChg>
      </pc:sldChg>
      <pc:sldChg chg="addSp delSp modSp mod">
        <pc:chgData name="Vishnu Vardhan" userId="8ee1bec7bfba7813" providerId="LiveId" clId="{1C76B970-3667-410C-B509-A6EE99C394CB}" dt="2025-08-13T08:31:49.611" v="272"/>
        <pc:sldMkLst>
          <pc:docMk/>
          <pc:sldMk cId="2856357337" sldId="268"/>
        </pc:sldMkLst>
        <pc:spChg chg="mod">
          <ac:chgData name="Vishnu Vardhan" userId="8ee1bec7bfba7813" providerId="LiveId" clId="{1C76B970-3667-410C-B509-A6EE99C394CB}" dt="2025-08-13T08:30:45.223" v="259" actId="1076"/>
          <ac:spMkLst>
            <pc:docMk/>
            <pc:sldMk cId="2856357337" sldId="268"/>
            <ac:spMk id="4" creationId="{00000000-0000-0000-0000-000000000000}"/>
          </ac:spMkLst>
        </pc:spChg>
        <pc:spChg chg="add mod">
          <ac:chgData name="Vishnu Vardhan" userId="8ee1bec7bfba7813" providerId="LiveId" clId="{1C76B970-3667-410C-B509-A6EE99C394CB}" dt="2025-08-13T08:31:33.119" v="266" actId="207"/>
          <ac:spMkLst>
            <pc:docMk/>
            <pc:sldMk cId="2856357337" sldId="268"/>
            <ac:spMk id="7" creationId="{DCF9AF00-0336-3B1B-99FB-1E71FFC33C1A}"/>
          </ac:spMkLst>
        </pc:spChg>
      </pc:sldChg>
      <pc:sldChg chg="addSp modSp mod">
        <pc:chgData name="Vishnu Vardhan" userId="8ee1bec7bfba7813" providerId="LiveId" clId="{1C76B970-3667-410C-B509-A6EE99C394CB}" dt="2025-08-13T07:54:34.206" v="124" actId="113"/>
        <pc:sldMkLst>
          <pc:docMk/>
          <pc:sldMk cId="2143451837" sldId="269"/>
        </pc:sldMkLst>
        <pc:spChg chg="mod">
          <ac:chgData name="Vishnu Vardhan" userId="8ee1bec7bfba7813" providerId="LiveId" clId="{1C76B970-3667-410C-B509-A6EE99C394CB}" dt="2025-08-13T07:54:34.206" v="124" actId="113"/>
          <ac:spMkLst>
            <pc:docMk/>
            <pc:sldMk cId="2143451837" sldId="269"/>
            <ac:spMk id="97" creationId="{00000000-0000-0000-0000-000000000000}"/>
          </ac:spMkLst>
        </pc:spChg>
      </pc:sldChg>
      <pc:sldChg chg="modSp mod">
        <pc:chgData name="Vishnu Vardhan" userId="8ee1bec7bfba7813" providerId="LiveId" clId="{1C76B970-3667-410C-B509-A6EE99C394CB}" dt="2025-08-13T08:56:20.685" v="886" actId="2711"/>
        <pc:sldMkLst>
          <pc:docMk/>
          <pc:sldMk cId="479890276" sldId="270"/>
        </pc:sldMkLst>
        <pc:spChg chg="mod">
          <ac:chgData name="Vishnu Vardhan" userId="8ee1bec7bfba7813" providerId="LiveId" clId="{1C76B970-3667-410C-B509-A6EE99C394CB}" dt="2025-08-13T08:56:20.685" v="886" actId="2711"/>
          <ac:spMkLst>
            <pc:docMk/>
            <pc:sldMk cId="479890276" sldId="270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1C76B970-3667-410C-B509-A6EE99C394CB}" dt="2025-08-13T08:56:09.371" v="885" actId="2711"/>
        <pc:sldMkLst>
          <pc:docMk/>
          <pc:sldMk cId="2000455742" sldId="271"/>
        </pc:sldMkLst>
        <pc:spChg chg="mod">
          <ac:chgData name="Vishnu Vardhan" userId="8ee1bec7bfba7813" providerId="LiveId" clId="{1C76B970-3667-410C-B509-A6EE99C394CB}" dt="2025-08-13T08:56:09.371" v="885" actId="2711"/>
          <ac:spMkLst>
            <pc:docMk/>
            <pc:sldMk cId="2000455742" sldId="271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1C76B970-3667-410C-B509-A6EE99C394CB}" dt="2025-08-13T08:42:50.926" v="465" actId="20577"/>
        <pc:sldMkLst>
          <pc:docMk/>
          <pc:sldMk cId="3338832548" sldId="272"/>
        </pc:sldMkLst>
        <pc:spChg chg="mod">
          <ac:chgData name="Vishnu Vardhan" userId="8ee1bec7bfba7813" providerId="LiveId" clId="{1C76B970-3667-410C-B509-A6EE99C394CB}" dt="2025-08-13T08:42:50.926" v="465" actId="20577"/>
          <ac:spMkLst>
            <pc:docMk/>
            <pc:sldMk cId="3338832548" sldId="272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1C76B970-3667-410C-B509-A6EE99C394CB}" dt="2025-08-13T08:23:06.656" v="217" actId="20577"/>
        <pc:sldMkLst>
          <pc:docMk/>
          <pc:sldMk cId="1030816154" sldId="273"/>
        </pc:sldMkLst>
        <pc:spChg chg="mod">
          <ac:chgData name="Vishnu Vardhan" userId="8ee1bec7bfba7813" providerId="LiveId" clId="{1C76B970-3667-410C-B509-A6EE99C394CB}" dt="2025-08-13T08:23:06.656" v="217" actId="20577"/>
          <ac:spMkLst>
            <pc:docMk/>
            <pc:sldMk cId="1030816154" sldId="273"/>
            <ac:spMk id="115" creationId="{00000000-0000-0000-0000-000000000000}"/>
          </ac:spMkLst>
        </pc:spChg>
      </pc:sldChg>
    </pc:docChg>
  </pc:docChgLst>
  <pc:docChgLst>
    <pc:chgData name="Vishnu Vardhan" userId="8ee1bec7bfba7813" providerId="LiveId" clId="{DDCF7240-1526-45E9-BBE7-6296E546CC5B}"/>
    <pc:docChg chg="undo custSel addSld delSld modSld">
      <pc:chgData name="Vishnu Vardhan" userId="8ee1bec7bfba7813" providerId="LiveId" clId="{DDCF7240-1526-45E9-BBE7-6296E546CC5B}" dt="2025-08-17T11:57:28.988" v="409" actId="2890"/>
      <pc:docMkLst>
        <pc:docMk/>
      </pc:docMkLst>
      <pc:sldChg chg="modSp mod">
        <pc:chgData name="Vishnu Vardhan" userId="8ee1bec7bfba7813" providerId="LiveId" clId="{DDCF7240-1526-45E9-BBE7-6296E546CC5B}" dt="2025-08-17T11:41:07.881" v="34" actId="20577"/>
        <pc:sldMkLst>
          <pc:docMk/>
          <pc:sldMk cId="0" sldId="256"/>
        </pc:sldMkLst>
        <pc:spChg chg="mod">
          <ac:chgData name="Vishnu Vardhan" userId="8ee1bec7bfba7813" providerId="LiveId" clId="{DDCF7240-1526-45E9-BBE7-6296E546CC5B}" dt="2025-08-17T11:40:07.660" v="0"/>
          <ac:spMkLst>
            <pc:docMk/>
            <pc:sldMk cId="0" sldId="256"/>
            <ac:spMk id="87" creationId="{00000000-0000-0000-0000-000000000000}"/>
          </ac:spMkLst>
        </pc:spChg>
        <pc:spChg chg="mod">
          <ac:chgData name="Vishnu Vardhan" userId="8ee1bec7bfba7813" providerId="LiveId" clId="{DDCF7240-1526-45E9-BBE7-6296E546CC5B}" dt="2025-08-17T11:41:07.881" v="34" actId="20577"/>
          <ac:spMkLst>
            <pc:docMk/>
            <pc:sldMk cId="0" sldId="256"/>
            <ac:spMk id="90" creationId="{00000000-0000-0000-0000-000000000000}"/>
          </ac:spMkLst>
        </pc:spChg>
      </pc:sldChg>
      <pc:sldChg chg="modSp mod">
        <pc:chgData name="Vishnu Vardhan" userId="8ee1bec7bfba7813" providerId="LiveId" clId="{DDCF7240-1526-45E9-BBE7-6296E546CC5B}" dt="2025-08-17T11:55:25.423" v="396" actId="255"/>
        <pc:sldMkLst>
          <pc:docMk/>
          <pc:sldMk cId="0" sldId="257"/>
        </pc:sldMkLst>
        <pc:spChg chg="mod">
          <ac:chgData name="Vishnu Vardhan" userId="8ee1bec7bfba7813" providerId="LiveId" clId="{DDCF7240-1526-45E9-BBE7-6296E546CC5B}" dt="2025-08-17T11:55:25.423" v="396" actId="255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Vishnu Vardhan" userId="8ee1bec7bfba7813" providerId="LiveId" clId="{DDCF7240-1526-45E9-BBE7-6296E546CC5B}" dt="2025-08-17T11:57:12.601" v="407" actId="2711"/>
        <pc:sldMkLst>
          <pc:docMk/>
          <pc:sldMk cId="0" sldId="265"/>
        </pc:sldMkLst>
        <pc:spChg chg="mod">
          <ac:chgData name="Vishnu Vardhan" userId="8ee1bec7bfba7813" providerId="LiveId" clId="{DDCF7240-1526-45E9-BBE7-6296E546CC5B}" dt="2025-08-17T11:57:12.601" v="407" actId="2711"/>
          <ac:spMkLst>
            <pc:docMk/>
            <pc:sldMk cId="0" sldId="265"/>
            <ac:spMk id="145" creationId="{00000000-0000-0000-0000-000000000000}"/>
          </ac:spMkLst>
        </pc:spChg>
      </pc:sldChg>
      <pc:sldChg chg="addSp modSp mod">
        <pc:chgData name="Vishnu Vardhan" userId="8ee1bec7bfba7813" providerId="LiveId" clId="{DDCF7240-1526-45E9-BBE7-6296E546CC5B}" dt="2025-08-17T11:55:50.437" v="399" actId="27636"/>
        <pc:sldMkLst>
          <pc:docMk/>
          <pc:sldMk cId="2143451837" sldId="269"/>
        </pc:sldMkLst>
        <pc:spChg chg="add">
          <ac:chgData name="Vishnu Vardhan" userId="8ee1bec7bfba7813" providerId="LiveId" clId="{DDCF7240-1526-45E9-BBE7-6296E546CC5B}" dt="2025-08-17T11:47:17.129" v="349"/>
          <ac:spMkLst>
            <pc:docMk/>
            <pc:sldMk cId="2143451837" sldId="269"/>
            <ac:spMk id="2" creationId="{D278B599-750C-E17E-581D-6B661B51FBA9}"/>
          </ac:spMkLst>
        </pc:spChg>
        <pc:spChg chg="add">
          <ac:chgData name="Vishnu Vardhan" userId="8ee1bec7bfba7813" providerId="LiveId" clId="{DDCF7240-1526-45E9-BBE7-6296E546CC5B}" dt="2025-08-17T11:48:37.205" v="358"/>
          <ac:spMkLst>
            <pc:docMk/>
            <pc:sldMk cId="2143451837" sldId="269"/>
            <ac:spMk id="3" creationId="{0803061D-3B32-C268-72A3-F59CCF1B6F1F}"/>
          </ac:spMkLst>
        </pc:spChg>
        <pc:spChg chg="mod">
          <ac:chgData name="Vishnu Vardhan" userId="8ee1bec7bfba7813" providerId="LiveId" clId="{DDCF7240-1526-45E9-BBE7-6296E546CC5B}" dt="2025-08-17T11:54:53.227" v="394" actId="20577"/>
          <ac:spMkLst>
            <pc:docMk/>
            <pc:sldMk cId="2143451837" sldId="269"/>
            <ac:spMk id="96" creationId="{00000000-0000-0000-0000-000000000000}"/>
          </ac:spMkLst>
        </pc:spChg>
        <pc:spChg chg="mod">
          <ac:chgData name="Vishnu Vardhan" userId="8ee1bec7bfba7813" providerId="LiveId" clId="{DDCF7240-1526-45E9-BBE7-6296E546CC5B}" dt="2025-08-17T11:55:50.437" v="399" actId="27636"/>
          <ac:spMkLst>
            <pc:docMk/>
            <pc:sldMk cId="2143451837" sldId="269"/>
            <ac:spMk id="97" creationId="{00000000-0000-0000-0000-000000000000}"/>
          </ac:spMkLst>
        </pc:spChg>
      </pc:sldChg>
      <pc:sldChg chg="modSp mod">
        <pc:chgData name="Vishnu Vardhan" userId="8ee1bec7bfba7813" providerId="LiveId" clId="{DDCF7240-1526-45E9-BBE7-6296E546CC5B}" dt="2025-08-17T11:56:59.931" v="406" actId="113"/>
        <pc:sldMkLst>
          <pc:docMk/>
          <pc:sldMk cId="2000455742" sldId="271"/>
        </pc:sldMkLst>
        <pc:spChg chg="mod">
          <ac:chgData name="Vishnu Vardhan" userId="8ee1bec7bfba7813" providerId="LiveId" clId="{DDCF7240-1526-45E9-BBE7-6296E546CC5B}" dt="2025-08-17T11:56:59.931" v="406" actId="113"/>
          <ac:spMkLst>
            <pc:docMk/>
            <pc:sldMk cId="2000455742" sldId="271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DDCF7240-1526-45E9-BBE7-6296E546CC5B}" dt="2025-08-17T11:56:47.440" v="405" actId="2711"/>
        <pc:sldMkLst>
          <pc:docMk/>
          <pc:sldMk cId="3338832548" sldId="272"/>
        </pc:sldMkLst>
        <pc:spChg chg="mod">
          <ac:chgData name="Vishnu Vardhan" userId="8ee1bec7bfba7813" providerId="LiveId" clId="{DDCF7240-1526-45E9-BBE7-6296E546CC5B}" dt="2025-08-17T11:56:47.440" v="405" actId="2711"/>
          <ac:spMkLst>
            <pc:docMk/>
            <pc:sldMk cId="3338832548" sldId="272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DDCF7240-1526-45E9-BBE7-6296E546CC5B}" dt="2025-08-17T11:54:31.226" v="386" actId="2711"/>
        <pc:sldMkLst>
          <pc:docMk/>
          <pc:sldMk cId="1030816154" sldId="273"/>
        </pc:sldMkLst>
        <pc:spChg chg="mod">
          <ac:chgData name="Vishnu Vardhan" userId="8ee1bec7bfba7813" providerId="LiveId" clId="{DDCF7240-1526-45E9-BBE7-6296E546CC5B}" dt="2025-08-17T11:54:31.226" v="386" actId="2711"/>
          <ac:spMkLst>
            <pc:docMk/>
            <pc:sldMk cId="1030816154" sldId="273"/>
            <ac:spMk id="115" creationId="{00000000-0000-0000-0000-000000000000}"/>
          </ac:spMkLst>
        </pc:spChg>
      </pc:sldChg>
      <pc:sldChg chg="add del">
        <pc:chgData name="Vishnu Vardhan" userId="8ee1bec7bfba7813" providerId="LiveId" clId="{DDCF7240-1526-45E9-BBE7-6296E546CC5B}" dt="2025-08-17T11:57:28.988" v="409" actId="2890"/>
        <pc:sldMkLst>
          <pc:docMk/>
          <pc:sldMk cId="4076079915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542300"/>
            <a:ext cx="10363200" cy="50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sz="1800" dirty="0"/>
              <a:t>PROJECT TITLE:</a:t>
            </a:r>
            <a:r>
              <a:rPr lang="en-US" sz="1800" dirty="0"/>
              <a:t> </a:t>
            </a:r>
            <a:r>
              <a:rPr lang="en-US" sz="1800" i="1" dirty="0"/>
              <a:t>Incentives-Based Onboarding System for Legal Service Providers on </a:t>
            </a:r>
            <a:r>
              <a:rPr lang="en-US" sz="1800" i="1" dirty="0" err="1"/>
              <a:t>eMarketplace</a:t>
            </a:r>
            <a:br>
              <a:rPr lang="en-US" dirty="0"/>
            </a:br>
            <a:endParaRPr dirty="0"/>
          </a:p>
          <a:p>
            <a:endParaRPr dirty="0"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Number:2022-26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Thatimakula</a:t>
            </a: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SaiKumar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831482625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20221CSE0090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</a:t>
                      </a:r>
                      <a:r>
                        <a:rPr lang="en-IN" sz="1800" u="none" strike="noStrike" cap="none" dirty="0"/>
                        <a:t> Vishnu </a:t>
                      </a:r>
                      <a:r>
                        <a:rPr lang="en-IN" sz="1800" u="none" strike="noStrike" cap="none" dirty="0" err="1"/>
                        <a:t>vardhan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20221CSE0195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 Vasista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20221CSE0225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 Dhanush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CSE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dirty="0" err="1"/>
              <a:t>Dr.Asif</a:t>
            </a:r>
            <a:r>
              <a:rPr lang="en-IN" sz="1800" dirty="0"/>
              <a:t> Mohammed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/>
              <a:t>Dr. </a:t>
            </a:r>
            <a:r>
              <a:rPr lang="en-IN" sz="1800" dirty="0" err="1"/>
              <a:t>Jayavadivel</a:t>
            </a:r>
            <a:r>
              <a:rPr lang="en-IN" sz="1800" dirty="0"/>
              <a:t> Ravi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PSCS_3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19050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Organization: </a:t>
            </a: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(Software) :  Software</a:t>
            </a: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</a:t>
            </a:r>
          </a:p>
          <a:p>
            <a:pPr marL="438150" indent="-285750">
              <a:lnSpc>
                <a:spcPct val="200000"/>
              </a:lnSpc>
              <a:spcBef>
                <a:spcPts val="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legal services in India is limited due to geography, lack of awareness, and absence of verified professionals online.</a:t>
            </a:r>
          </a:p>
          <a:p>
            <a:pPr marL="438150" indent="-285750">
              <a:lnSpc>
                <a:spcPct val="200000"/>
              </a:lnSpc>
              <a:spcBef>
                <a:spcPts val="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India has many qualified legal providers, most still operate offline using traditional methods.</a:t>
            </a:r>
          </a:p>
          <a:p>
            <a:pPr marL="438150" indent="-285750">
              <a:lnSpc>
                <a:spcPct val="200000"/>
              </a:lnSpc>
              <a:spcBef>
                <a:spcPts val="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struggle to find reliable, affordable, and timely legal help due to fragmented service delivery.</a:t>
            </a:r>
          </a:p>
          <a:p>
            <a:pPr marL="438150" indent="-285750">
              <a:lnSpc>
                <a:spcPct val="200000"/>
              </a:lnSpc>
              <a:spcBef>
                <a:spcPts val="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online legal platforms fail to attract quality professionals because of weak incentives and poor trust mechanisms.</a:t>
            </a:r>
            <a:endParaRPr lang="en-US" sz="2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5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76200" indent="0">
              <a:buNone/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strategies to encourage advocates, arbitrators, mediators, notaries, document writers, and other legal service providers to join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eMarketplace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integrate monetary and non-monetary incentives to motivate legal professionals to register, verify their credentials, and remain active on the platform.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a robust verification process to authenticate professional qualifications and build citizen confidence in hiring legal providers online.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citizens with quick and easy access to a wide range of verified legal service providers across different regions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languages.Provide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extensible architecture so new scanners, payload sets, or protocols can be added.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(Client-Side)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JavaScript, React.js / Angular.</a:t>
            </a: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Backend(Server-Side)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Authentication&amp;Authorization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(NoSQL)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.</a:t>
            </a: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&amp; Deployment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Microsoft Azure / Google Cloud 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Docker.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A45B-3244-7FF4-5BCC-9EA453EBC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0877" y="488308"/>
            <a:ext cx="10363200" cy="378958"/>
          </a:xfrm>
        </p:spPr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558800" y="1080099"/>
            <a:ext cx="10668000" cy="154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3569723"/>
            <a:ext cx="10668000" cy="2656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sz="28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CF9AF00-0336-3B1B-99FB-1E71FFC33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586" y="1188970"/>
            <a:ext cx="81147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https://github.com/vishnu090705/Onboarding-legal-service-providers.git 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3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Functional Requirements 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Registration &amp; Login -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Legal service providers and citizens can register and log in.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Profile Management -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providers can create and update profiles (experience, specialization, rates).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E-KYC &amp; Verification -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and validate documents (Bar Council registration, certifications).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Incentives Management-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allocation of joining bonuses, referral rewards, and performance incentives.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5.Service Search &amp; Booking-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Citizens can search for providers based on category, location, language, and ratings.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6.Reporting &amp; Analytics-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dashboard with provider onboarding stats, incentive usage, and quality reports.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dirty="0"/>
              <a:t>Timeline of the Project: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89814"/>
            <a:ext cx="10668000" cy="482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Research &amp; Design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Implementation &amp; Integration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– Testing, Evaluation &amp; Finalization</a:t>
            </a: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907068" y="655501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dirty="0"/>
              <a:t>References:</a:t>
            </a:r>
          </a:p>
          <a:p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09600" lvl="1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Legal Services Authority (NALSA), “Guidelines on legal aid and service provider standards.” [Online].  https://nalsa.gov.in. </a:t>
            </a: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[2]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“API Documentation for Payment Gateway Integration.” [Online].  https://razorpay.com/docs. </a:t>
            </a: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[3]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Inc., “MongoDB Documentation.” [Online].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https://www.mongodb.com/docs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612</Words>
  <Application>Microsoft Office PowerPoint</Application>
  <PresentationFormat>Widescreen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</vt:lpstr>
      <vt:lpstr>Times New Roman</vt:lpstr>
      <vt:lpstr>Verdana</vt:lpstr>
      <vt:lpstr>Bioinformatics</vt:lpstr>
      <vt:lpstr>PROJECT TITLE: Incentives-Based Onboarding System for Legal Service Providers on eMarketplace  </vt:lpstr>
      <vt:lpstr>Problem Statement Number: PSCS_3</vt:lpstr>
      <vt:lpstr>Content</vt:lpstr>
      <vt:lpstr>Analysis of Problem Statement</vt:lpstr>
      <vt:lpstr>GITHUB LINK</vt:lpstr>
      <vt:lpstr>Analysis of Problem Statement (contd...)</vt:lpstr>
      <vt:lpstr>Analysis of Problem Statement (contd...)</vt:lpstr>
      <vt:lpstr>Timeline of the Project:</vt:lpstr>
      <vt:lpstr>References: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Vishnu Vardhan</cp:lastModifiedBy>
  <cp:revision>41</cp:revision>
  <dcterms:modified xsi:type="dcterms:W3CDTF">2025-08-17T11:57:30Z</dcterms:modified>
</cp:coreProperties>
</file>